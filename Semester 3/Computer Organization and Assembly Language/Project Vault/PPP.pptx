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63" r:id="rId5"/>
    <p:sldId id="273" r:id="rId6"/>
    <p:sldId id="274" r:id="rId7"/>
    <p:sldId id="276" r:id="rId8"/>
    <p:sldId id="275" r:id="rId9"/>
    <p:sldId id="281" r:id="rId10"/>
    <p:sldId id="288" r:id="rId11"/>
    <p:sldId id="280" r:id="rId12"/>
    <p:sldId id="282" r:id="rId13"/>
    <p:sldId id="283" r:id="rId14"/>
    <p:sldId id="284" r:id="rId15"/>
    <p:sldId id="285" r:id="rId16"/>
    <p:sldId id="286" r:id="rId17"/>
    <p:sldId id="277" r:id="rId18"/>
    <p:sldId id="289" r:id="rId19"/>
    <p:sldId id="290" r:id="rId20"/>
    <p:sldId id="26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1FF"/>
    <a:srgbClr val="230A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>
        <p:scale>
          <a:sx n="60" d="100"/>
          <a:sy n="60" d="100"/>
        </p:scale>
        <p:origin x="1469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3B237C-A4FA-4566-8A9C-D4771AF40E0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1E4F1-3FB3-49BD-8112-DA3534CCFF59}">
      <dgm:prSet/>
      <dgm:spPr>
        <a:solidFill>
          <a:srgbClr val="00B050"/>
        </a:solidFill>
      </dgm:spPr>
      <dgm:t>
        <a:bodyPr/>
        <a:lstStyle/>
        <a:p>
          <a:pPr rtl="0"/>
          <a:r>
            <a:rPr lang="en-GB" dirty="0" smtClean="0"/>
            <a:t>Spread Sheet Based Banking Records</a:t>
          </a:r>
          <a:endParaRPr lang="en-GB" dirty="0"/>
        </a:p>
      </dgm:t>
    </dgm:pt>
    <dgm:pt modelId="{49DB79F3-767B-4E66-8F8D-A16F8A6BB85A}" type="parTrans" cxnId="{9F86BBEC-D141-43F9-AFBB-67ADF28C2690}">
      <dgm:prSet/>
      <dgm:spPr/>
      <dgm:t>
        <a:bodyPr/>
        <a:lstStyle/>
        <a:p>
          <a:endParaRPr lang="en-US"/>
        </a:p>
      </dgm:t>
    </dgm:pt>
    <dgm:pt modelId="{C0424B2C-7AEC-43E7-8A23-34BBD929EDE7}" type="sibTrans" cxnId="{9F86BBEC-D141-43F9-AFBB-67ADF28C2690}">
      <dgm:prSet/>
      <dgm:spPr/>
      <dgm:t>
        <a:bodyPr/>
        <a:lstStyle/>
        <a:p>
          <a:endParaRPr lang="en-US"/>
        </a:p>
      </dgm:t>
    </dgm:pt>
    <dgm:pt modelId="{02CA1891-ED1A-4649-B9E8-B4BD5F15DCE2}">
      <dgm:prSet/>
      <dgm:spPr>
        <a:solidFill>
          <a:srgbClr val="FF0000"/>
        </a:solidFill>
      </dgm:spPr>
      <dgm:t>
        <a:bodyPr/>
        <a:lstStyle/>
        <a:p>
          <a:pPr rtl="0"/>
          <a:r>
            <a:rPr lang="en-GB" dirty="0" smtClean="0"/>
            <a:t>Commercial Banking Software</a:t>
          </a:r>
          <a:endParaRPr lang="en-GB" dirty="0"/>
        </a:p>
      </dgm:t>
    </dgm:pt>
    <dgm:pt modelId="{5CFFB248-FB6C-4AE2-B555-938132B1C2D6}" type="parTrans" cxnId="{2D2C1B04-9B3B-4956-8F22-0479450CA852}">
      <dgm:prSet/>
      <dgm:spPr/>
      <dgm:t>
        <a:bodyPr/>
        <a:lstStyle/>
        <a:p>
          <a:endParaRPr lang="en-US"/>
        </a:p>
      </dgm:t>
    </dgm:pt>
    <dgm:pt modelId="{D4160F69-3F3A-41F4-A11F-80A2EC7F1B30}" type="sibTrans" cxnId="{2D2C1B04-9B3B-4956-8F22-0479450CA852}">
      <dgm:prSet/>
      <dgm:spPr/>
      <dgm:t>
        <a:bodyPr/>
        <a:lstStyle/>
        <a:p>
          <a:endParaRPr lang="en-US"/>
        </a:p>
      </dgm:t>
    </dgm:pt>
    <dgm:pt modelId="{758BFCFD-7380-4A23-ABE1-35D4CB97EDC2}">
      <dgm:prSet/>
      <dgm:spPr>
        <a:solidFill>
          <a:srgbClr val="1531FF"/>
        </a:solidFill>
      </dgm:spPr>
      <dgm:t>
        <a:bodyPr/>
        <a:lstStyle/>
        <a:p>
          <a:pPr rtl="0"/>
          <a:r>
            <a:rPr lang="en-GB" dirty="0" smtClean="0"/>
            <a:t>Online Banking Systems</a:t>
          </a:r>
          <a:endParaRPr lang="en-GB" dirty="0"/>
        </a:p>
      </dgm:t>
    </dgm:pt>
    <dgm:pt modelId="{1B6AF800-6641-4C8D-8517-432A7E80C144}" type="parTrans" cxnId="{C3D9C11B-EF6B-427B-9EC1-98FE091C263B}">
      <dgm:prSet/>
      <dgm:spPr/>
      <dgm:t>
        <a:bodyPr/>
        <a:lstStyle/>
        <a:p>
          <a:endParaRPr lang="en-US"/>
        </a:p>
      </dgm:t>
    </dgm:pt>
    <dgm:pt modelId="{84EE5014-FD3E-4C5E-B625-A1760288D76D}" type="sibTrans" cxnId="{C3D9C11B-EF6B-427B-9EC1-98FE091C263B}">
      <dgm:prSet/>
      <dgm:spPr/>
      <dgm:t>
        <a:bodyPr/>
        <a:lstStyle/>
        <a:p>
          <a:endParaRPr lang="en-US"/>
        </a:p>
      </dgm:t>
    </dgm:pt>
    <dgm:pt modelId="{CBD3B3AE-4EAC-4775-A16B-6121EF5306BC}">
      <dgm:prSet/>
      <dgm:spPr>
        <a:solidFill>
          <a:schemeClr val="tx1"/>
        </a:solidFill>
      </dgm:spPr>
      <dgm:t>
        <a:bodyPr/>
        <a:lstStyle/>
        <a:p>
          <a:pPr rtl="0"/>
          <a:r>
            <a:rPr lang="en-GB" dirty="0" smtClean="0"/>
            <a:t>Mixed Banking System</a:t>
          </a:r>
          <a:endParaRPr lang="en-GB" dirty="0"/>
        </a:p>
      </dgm:t>
    </dgm:pt>
    <dgm:pt modelId="{2B3D4DF8-6C06-481C-AE14-5BDD991E8F9C}" type="parTrans" cxnId="{3BDFBCB7-8334-40DA-81B8-72D0223E36A4}">
      <dgm:prSet/>
      <dgm:spPr/>
      <dgm:t>
        <a:bodyPr/>
        <a:lstStyle/>
        <a:p>
          <a:endParaRPr lang="en-US"/>
        </a:p>
      </dgm:t>
    </dgm:pt>
    <dgm:pt modelId="{1AFBC3A0-2291-4C1F-840A-52C4F43F8681}" type="sibTrans" cxnId="{3BDFBCB7-8334-40DA-81B8-72D0223E36A4}">
      <dgm:prSet/>
      <dgm:spPr/>
      <dgm:t>
        <a:bodyPr/>
        <a:lstStyle/>
        <a:p>
          <a:endParaRPr lang="en-US"/>
        </a:p>
      </dgm:t>
    </dgm:pt>
    <dgm:pt modelId="{694CB17E-904B-475F-ABF8-D5F30BF16D1C}" type="pres">
      <dgm:prSet presAssocID="{253B237C-A4FA-4566-8A9C-D4771AF40E0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A57471-51EC-4552-B71B-5FC9A20EACA5}" type="pres">
      <dgm:prSet presAssocID="{1751E4F1-3FB3-49BD-8112-DA3534CCFF5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3E4CBB-605E-4855-B455-6A0172E9D085}" type="pres">
      <dgm:prSet presAssocID="{C0424B2C-7AEC-43E7-8A23-34BBD929EDE7}" presName="spacer" presStyleCnt="0"/>
      <dgm:spPr/>
    </dgm:pt>
    <dgm:pt modelId="{D63652D9-FFA6-4D8F-BC27-D86DA714983B}" type="pres">
      <dgm:prSet presAssocID="{02CA1891-ED1A-4649-B9E8-B4BD5F15DCE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A9E3990-3EF8-4E3B-945D-05031E22E0AC}" type="pres">
      <dgm:prSet presAssocID="{D4160F69-3F3A-41F4-A11F-80A2EC7F1B30}" presName="spacer" presStyleCnt="0"/>
      <dgm:spPr/>
    </dgm:pt>
    <dgm:pt modelId="{A767BB88-1476-4ED0-8ED1-89EB73F62B2D}" type="pres">
      <dgm:prSet presAssocID="{758BFCFD-7380-4A23-ABE1-35D4CB97EDC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04B837-13C8-470F-8F2E-660BA1876C18}" type="pres">
      <dgm:prSet presAssocID="{84EE5014-FD3E-4C5E-B625-A1760288D76D}" presName="spacer" presStyleCnt="0"/>
      <dgm:spPr/>
    </dgm:pt>
    <dgm:pt modelId="{B4F9C694-9949-4796-B331-9CEA48A1BEAC}" type="pres">
      <dgm:prSet presAssocID="{CBD3B3AE-4EAC-4775-A16B-6121EF5306B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FE0907-076F-4F0F-A677-793F2E7625B9}" type="presOf" srcId="{758BFCFD-7380-4A23-ABE1-35D4CB97EDC2}" destId="{A767BB88-1476-4ED0-8ED1-89EB73F62B2D}" srcOrd="0" destOrd="0" presId="urn:microsoft.com/office/officeart/2005/8/layout/vList2"/>
    <dgm:cxn modelId="{9F86BBEC-D141-43F9-AFBB-67ADF28C2690}" srcId="{253B237C-A4FA-4566-8A9C-D4771AF40E0A}" destId="{1751E4F1-3FB3-49BD-8112-DA3534CCFF59}" srcOrd="0" destOrd="0" parTransId="{49DB79F3-767B-4E66-8F8D-A16F8A6BB85A}" sibTransId="{C0424B2C-7AEC-43E7-8A23-34BBD929EDE7}"/>
    <dgm:cxn modelId="{67382CB9-8A00-4D0E-B55B-7A8B3ADB809A}" type="presOf" srcId="{1751E4F1-3FB3-49BD-8112-DA3534CCFF59}" destId="{FBA57471-51EC-4552-B71B-5FC9A20EACA5}" srcOrd="0" destOrd="0" presId="urn:microsoft.com/office/officeart/2005/8/layout/vList2"/>
    <dgm:cxn modelId="{C3D9C11B-EF6B-427B-9EC1-98FE091C263B}" srcId="{253B237C-A4FA-4566-8A9C-D4771AF40E0A}" destId="{758BFCFD-7380-4A23-ABE1-35D4CB97EDC2}" srcOrd="2" destOrd="0" parTransId="{1B6AF800-6641-4C8D-8517-432A7E80C144}" sibTransId="{84EE5014-FD3E-4C5E-B625-A1760288D76D}"/>
    <dgm:cxn modelId="{2D2C1B04-9B3B-4956-8F22-0479450CA852}" srcId="{253B237C-A4FA-4566-8A9C-D4771AF40E0A}" destId="{02CA1891-ED1A-4649-B9E8-B4BD5F15DCE2}" srcOrd="1" destOrd="0" parTransId="{5CFFB248-FB6C-4AE2-B555-938132B1C2D6}" sibTransId="{D4160F69-3F3A-41F4-A11F-80A2EC7F1B30}"/>
    <dgm:cxn modelId="{E52009E1-635C-411C-993D-D9AFB371196D}" type="presOf" srcId="{CBD3B3AE-4EAC-4775-A16B-6121EF5306BC}" destId="{B4F9C694-9949-4796-B331-9CEA48A1BEAC}" srcOrd="0" destOrd="0" presId="urn:microsoft.com/office/officeart/2005/8/layout/vList2"/>
    <dgm:cxn modelId="{3BDFBCB7-8334-40DA-81B8-72D0223E36A4}" srcId="{253B237C-A4FA-4566-8A9C-D4771AF40E0A}" destId="{CBD3B3AE-4EAC-4775-A16B-6121EF5306BC}" srcOrd="3" destOrd="0" parTransId="{2B3D4DF8-6C06-481C-AE14-5BDD991E8F9C}" sibTransId="{1AFBC3A0-2291-4C1F-840A-52C4F43F8681}"/>
    <dgm:cxn modelId="{BBB14888-B335-481D-A6EB-F251F0174D7A}" type="presOf" srcId="{02CA1891-ED1A-4649-B9E8-B4BD5F15DCE2}" destId="{D63652D9-FFA6-4D8F-BC27-D86DA714983B}" srcOrd="0" destOrd="0" presId="urn:microsoft.com/office/officeart/2005/8/layout/vList2"/>
    <dgm:cxn modelId="{39FA0882-9EB4-4783-925B-924DC597B3B8}" type="presOf" srcId="{253B237C-A4FA-4566-8A9C-D4771AF40E0A}" destId="{694CB17E-904B-475F-ABF8-D5F30BF16D1C}" srcOrd="0" destOrd="0" presId="urn:microsoft.com/office/officeart/2005/8/layout/vList2"/>
    <dgm:cxn modelId="{23372712-4F55-456F-8BCB-56FE08FC0C99}" type="presParOf" srcId="{694CB17E-904B-475F-ABF8-D5F30BF16D1C}" destId="{FBA57471-51EC-4552-B71B-5FC9A20EACA5}" srcOrd="0" destOrd="0" presId="urn:microsoft.com/office/officeart/2005/8/layout/vList2"/>
    <dgm:cxn modelId="{6A8FF518-A7C1-477C-922C-C5C7E99EA88E}" type="presParOf" srcId="{694CB17E-904B-475F-ABF8-D5F30BF16D1C}" destId="{F03E4CBB-605E-4855-B455-6A0172E9D085}" srcOrd="1" destOrd="0" presId="urn:microsoft.com/office/officeart/2005/8/layout/vList2"/>
    <dgm:cxn modelId="{611E4AB0-551A-4CF8-9C19-24CEB0A33891}" type="presParOf" srcId="{694CB17E-904B-475F-ABF8-D5F30BF16D1C}" destId="{D63652D9-FFA6-4D8F-BC27-D86DA714983B}" srcOrd="2" destOrd="0" presId="urn:microsoft.com/office/officeart/2005/8/layout/vList2"/>
    <dgm:cxn modelId="{5262C7AF-5170-4790-ABD9-394F37D83B6E}" type="presParOf" srcId="{694CB17E-904B-475F-ABF8-D5F30BF16D1C}" destId="{2A9E3990-3EF8-4E3B-945D-05031E22E0AC}" srcOrd="3" destOrd="0" presId="urn:microsoft.com/office/officeart/2005/8/layout/vList2"/>
    <dgm:cxn modelId="{3BB387F1-2263-4971-AFC7-4FC823B0ED79}" type="presParOf" srcId="{694CB17E-904B-475F-ABF8-D5F30BF16D1C}" destId="{A767BB88-1476-4ED0-8ED1-89EB73F62B2D}" srcOrd="4" destOrd="0" presId="urn:microsoft.com/office/officeart/2005/8/layout/vList2"/>
    <dgm:cxn modelId="{4C3F185E-66F1-4BBC-A578-E38AEE4713B7}" type="presParOf" srcId="{694CB17E-904B-475F-ABF8-D5F30BF16D1C}" destId="{ED04B837-13C8-470F-8F2E-660BA1876C18}" srcOrd="5" destOrd="0" presId="urn:microsoft.com/office/officeart/2005/8/layout/vList2"/>
    <dgm:cxn modelId="{DFAD239F-192A-4D49-B147-290B9EF02311}" type="presParOf" srcId="{694CB17E-904B-475F-ABF8-D5F30BF16D1C}" destId="{B4F9C694-9949-4796-B331-9CEA48A1BEA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60D73B-5C12-4201-A7EE-D2E37C6EBFB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4CF575-BFC4-4CDA-9B2E-632CCB406454}">
      <dgm:prSet/>
      <dgm:spPr/>
      <dgm:t>
        <a:bodyPr/>
        <a:lstStyle/>
        <a:p>
          <a:pPr rtl="0"/>
          <a:r>
            <a:rPr lang="en-AE" dirty="0" smtClean="0"/>
            <a:t>Loop</a:t>
          </a:r>
          <a:endParaRPr lang="en-GB" dirty="0"/>
        </a:p>
      </dgm:t>
    </dgm:pt>
    <dgm:pt modelId="{C72008C7-BA5E-42CF-9D87-9D05475A3FA5}" type="parTrans" cxnId="{8883B2BA-1C6F-4CD6-9F22-BCE7A0B17BC3}">
      <dgm:prSet/>
      <dgm:spPr/>
      <dgm:t>
        <a:bodyPr/>
        <a:lstStyle/>
        <a:p>
          <a:endParaRPr lang="en-US"/>
        </a:p>
      </dgm:t>
    </dgm:pt>
    <dgm:pt modelId="{07B4F58A-8174-412D-9EE1-AC70BB25B687}" type="sibTrans" cxnId="{8883B2BA-1C6F-4CD6-9F22-BCE7A0B17BC3}">
      <dgm:prSet/>
      <dgm:spPr/>
      <dgm:t>
        <a:bodyPr/>
        <a:lstStyle/>
        <a:p>
          <a:endParaRPr lang="en-US"/>
        </a:p>
      </dgm:t>
    </dgm:pt>
    <dgm:pt modelId="{A361A40D-8ECE-4304-88DF-350F28999247}">
      <dgm:prSet/>
      <dgm:spPr/>
      <dgm:t>
        <a:bodyPr/>
        <a:lstStyle/>
        <a:p>
          <a:pPr rtl="0"/>
          <a:r>
            <a:rPr lang="en-AE" dirty="0" smtClean="0"/>
            <a:t>Menu Repetition</a:t>
          </a:r>
          <a:endParaRPr lang="en-GB" dirty="0"/>
        </a:p>
      </dgm:t>
    </dgm:pt>
    <dgm:pt modelId="{13E130C2-9D48-4B6E-B772-9379971DDFDA}" type="parTrans" cxnId="{B3AD51DF-FCD1-41EF-BDF2-E1D0427572DE}">
      <dgm:prSet/>
      <dgm:spPr/>
      <dgm:t>
        <a:bodyPr/>
        <a:lstStyle/>
        <a:p>
          <a:endParaRPr lang="en-US"/>
        </a:p>
      </dgm:t>
    </dgm:pt>
    <dgm:pt modelId="{2F83DE3C-F53F-4E36-8D79-178A0DFA2B97}" type="sibTrans" cxnId="{B3AD51DF-FCD1-41EF-BDF2-E1D0427572DE}">
      <dgm:prSet/>
      <dgm:spPr/>
      <dgm:t>
        <a:bodyPr/>
        <a:lstStyle/>
        <a:p>
          <a:endParaRPr lang="en-US"/>
        </a:p>
      </dgm:t>
    </dgm:pt>
    <dgm:pt modelId="{ED277318-D4B5-43B6-929A-2D397E78737C}">
      <dgm:prSet/>
      <dgm:spPr/>
      <dgm:t>
        <a:bodyPr/>
        <a:lstStyle/>
        <a:p>
          <a:pPr rtl="0"/>
          <a:r>
            <a:rPr lang="en-AE" dirty="0" smtClean="0"/>
            <a:t>Transaction Flow</a:t>
          </a:r>
          <a:endParaRPr lang="en-GB" dirty="0"/>
        </a:p>
      </dgm:t>
    </dgm:pt>
    <dgm:pt modelId="{43C00EE2-EC17-4341-B188-40F6897EA8D7}" type="parTrans" cxnId="{A3495CCE-B61F-4748-BCF2-648658CFDCBE}">
      <dgm:prSet/>
      <dgm:spPr/>
      <dgm:t>
        <a:bodyPr/>
        <a:lstStyle/>
        <a:p>
          <a:endParaRPr lang="en-US"/>
        </a:p>
      </dgm:t>
    </dgm:pt>
    <dgm:pt modelId="{8194C81A-06C8-45DF-8192-2DD2B76B2FF1}" type="sibTrans" cxnId="{A3495CCE-B61F-4748-BCF2-648658CFDCBE}">
      <dgm:prSet/>
      <dgm:spPr/>
      <dgm:t>
        <a:bodyPr/>
        <a:lstStyle/>
        <a:p>
          <a:endParaRPr lang="en-US"/>
        </a:p>
      </dgm:t>
    </dgm:pt>
    <dgm:pt modelId="{C16D48A2-1F46-4699-8942-8BC302DE6E4C}" type="pres">
      <dgm:prSet presAssocID="{3C60D73B-5C12-4201-A7EE-D2E37C6EBFB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291600E-ED5B-42E8-BB7E-35A2B7B634A1}" type="pres">
      <dgm:prSet presAssocID="{4A4CF575-BFC4-4CDA-9B2E-632CCB406454}" presName="hierRoot1" presStyleCnt="0">
        <dgm:presLayoutVars>
          <dgm:hierBranch val="init"/>
        </dgm:presLayoutVars>
      </dgm:prSet>
      <dgm:spPr/>
    </dgm:pt>
    <dgm:pt modelId="{DD99C898-0E1E-4AC9-B7E3-0FC5BA76CEDA}" type="pres">
      <dgm:prSet presAssocID="{4A4CF575-BFC4-4CDA-9B2E-632CCB406454}" presName="rootComposite1" presStyleCnt="0"/>
      <dgm:spPr/>
    </dgm:pt>
    <dgm:pt modelId="{81687550-96FE-4BFB-89C3-C3144CD5B410}" type="pres">
      <dgm:prSet presAssocID="{4A4CF575-BFC4-4CDA-9B2E-632CCB406454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189D91-FBDA-420B-9CC7-E3C620D61F9A}" type="pres">
      <dgm:prSet presAssocID="{4A4CF575-BFC4-4CDA-9B2E-632CCB406454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16E20DA-E53A-470F-87FB-34A55817E196}" type="pres">
      <dgm:prSet presAssocID="{4A4CF575-BFC4-4CDA-9B2E-632CCB406454}" presName="hierChild2" presStyleCnt="0"/>
      <dgm:spPr/>
    </dgm:pt>
    <dgm:pt modelId="{2A5D375F-23ED-4353-991E-DE737432BDC0}" type="pres">
      <dgm:prSet presAssocID="{13E130C2-9D48-4B6E-B772-9379971DDFDA}" presName="Name37" presStyleLbl="parChTrans1D2" presStyleIdx="0" presStyleCnt="2"/>
      <dgm:spPr/>
      <dgm:t>
        <a:bodyPr/>
        <a:lstStyle/>
        <a:p>
          <a:endParaRPr lang="en-US"/>
        </a:p>
      </dgm:t>
    </dgm:pt>
    <dgm:pt modelId="{804B6CA4-C51F-4DB2-AC00-4E8CED304E98}" type="pres">
      <dgm:prSet presAssocID="{A361A40D-8ECE-4304-88DF-350F28999247}" presName="hierRoot2" presStyleCnt="0">
        <dgm:presLayoutVars>
          <dgm:hierBranch val="init"/>
        </dgm:presLayoutVars>
      </dgm:prSet>
      <dgm:spPr/>
    </dgm:pt>
    <dgm:pt modelId="{A9FBD0B9-455C-4228-98E4-403C06B2F2B3}" type="pres">
      <dgm:prSet presAssocID="{A361A40D-8ECE-4304-88DF-350F28999247}" presName="rootComposite" presStyleCnt="0"/>
      <dgm:spPr/>
    </dgm:pt>
    <dgm:pt modelId="{E74113BD-3DCB-4E95-9BDF-6D3F4306E355}" type="pres">
      <dgm:prSet presAssocID="{A361A40D-8ECE-4304-88DF-350F28999247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F32112-05BD-49C1-9E69-A46D60D42F87}" type="pres">
      <dgm:prSet presAssocID="{A361A40D-8ECE-4304-88DF-350F28999247}" presName="rootConnector" presStyleLbl="node2" presStyleIdx="0" presStyleCnt="2"/>
      <dgm:spPr/>
      <dgm:t>
        <a:bodyPr/>
        <a:lstStyle/>
        <a:p>
          <a:endParaRPr lang="en-US"/>
        </a:p>
      </dgm:t>
    </dgm:pt>
    <dgm:pt modelId="{89347B41-5FDC-4B69-8919-F7C19DA9B490}" type="pres">
      <dgm:prSet presAssocID="{A361A40D-8ECE-4304-88DF-350F28999247}" presName="hierChild4" presStyleCnt="0"/>
      <dgm:spPr/>
    </dgm:pt>
    <dgm:pt modelId="{8C2CDE58-7B44-4FAF-BF01-CE057C29D60E}" type="pres">
      <dgm:prSet presAssocID="{A361A40D-8ECE-4304-88DF-350F28999247}" presName="hierChild5" presStyleCnt="0"/>
      <dgm:spPr/>
    </dgm:pt>
    <dgm:pt modelId="{60AC55CD-1794-40B6-A366-68BC11333083}" type="pres">
      <dgm:prSet presAssocID="{43C00EE2-EC17-4341-B188-40F6897EA8D7}" presName="Name37" presStyleLbl="parChTrans1D2" presStyleIdx="1" presStyleCnt="2"/>
      <dgm:spPr/>
      <dgm:t>
        <a:bodyPr/>
        <a:lstStyle/>
        <a:p>
          <a:endParaRPr lang="en-US"/>
        </a:p>
      </dgm:t>
    </dgm:pt>
    <dgm:pt modelId="{F2240638-19F9-4F90-846D-F19DA71B1C72}" type="pres">
      <dgm:prSet presAssocID="{ED277318-D4B5-43B6-929A-2D397E78737C}" presName="hierRoot2" presStyleCnt="0">
        <dgm:presLayoutVars>
          <dgm:hierBranch val="init"/>
        </dgm:presLayoutVars>
      </dgm:prSet>
      <dgm:spPr/>
    </dgm:pt>
    <dgm:pt modelId="{67C27C3B-DE4A-4938-B429-47D63023E2AD}" type="pres">
      <dgm:prSet presAssocID="{ED277318-D4B5-43B6-929A-2D397E78737C}" presName="rootComposite" presStyleCnt="0"/>
      <dgm:spPr/>
    </dgm:pt>
    <dgm:pt modelId="{83350D30-D8BE-48D6-B556-A937868BA360}" type="pres">
      <dgm:prSet presAssocID="{ED277318-D4B5-43B6-929A-2D397E78737C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A0A874-03E8-4065-BF88-4E3F775BC57F}" type="pres">
      <dgm:prSet presAssocID="{ED277318-D4B5-43B6-929A-2D397E78737C}" presName="rootConnector" presStyleLbl="node2" presStyleIdx="1" presStyleCnt="2"/>
      <dgm:spPr/>
      <dgm:t>
        <a:bodyPr/>
        <a:lstStyle/>
        <a:p>
          <a:endParaRPr lang="en-US"/>
        </a:p>
      </dgm:t>
    </dgm:pt>
    <dgm:pt modelId="{5BC98A4E-DC13-4C0F-95B9-97100343B4C5}" type="pres">
      <dgm:prSet presAssocID="{ED277318-D4B5-43B6-929A-2D397E78737C}" presName="hierChild4" presStyleCnt="0"/>
      <dgm:spPr/>
    </dgm:pt>
    <dgm:pt modelId="{5AAADF82-C5B2-4E68-B3AA-FDE888BCFBA0}" type="pres">
      <dgm:prSet presAssocID="{ED277318-D4B5-43B6-929A-2D397E78737C}" presName="hierChild5" presStyleCnt="0"/>
      <dgm:spPr/>
    </dgm:pt>
    <dgm:pt modelId="{CED5A09D-8C8A-4929-8236-866A1A3AE53F}" type="pres">
      <dgm:prSet presAssocID="{4A4CF575-BFC4-4CDA-9B2E-632CCB406454}" presName="hierChild3" presStyleCnt="0"/>
      <dgm:spPr/>
    </dgm:pt>
  </dgm:ptLst>
  <dgm:cxnLst>
    <dgm:cxn modelId="{F3C0D7F0-5A4E-445A-A0E7-646C017072D0}" type="presOf" srcId="{3C60D73B-5C12-4201-A7EE-D2E37C6EBFB9}" destId="{C16D48A2-1F46-4699-8942-8BC302DE6E4C}" srcOrd="0" destOrd="0" presId="urn:microsoft.com/office/officeart/2005/8/layout/orgChart1"/>
    <dgm:cxn modelId="{B3AD51DF-FCD1-41EF-BDF2-E1D0427572DE}" srcId="{4A4CF575-BFC4-4CDA-9B2E-632CCB406454}" destId="{A361A40D-8ECE-4304-88DF-350F28999247}" srcOrd="0" destOrd="0" parTransId="{13E130C2-9D48-4B6E-B772-9379971DDFDA}" sibTransId="{2F83DE3C-F53F-4E36-8D79-178A0DFA2B97}"/>
    <dgm:cxn modelId="{9EEA14F1-95AD-44CF-B815-AC2BE1D2A3FF}" type="presOf" srcId="{43C00EE2-EC17-4341-B188-40F6897EA8D7}" destId="{60AC55CD-1794-40B6-A366-68BC11333083}" srcOrd="0" destOrd="0" presId="urn:microsoft.com/office/officeart/2005/8/layout/orgChart1"/>
    <dgm:cxn modelId="{87114944-7B2B-4EA6-B7E7-DC79BB75A665}" type="presOf" srcId="{A361A40D-8ECE-4304-88DF-350F28999247}" destId="{E74113BD-3DCB-4E95-9BDF-6D3F4306E355}" srcOrd="0" destOrd="0" presId="urn:microsoft.com/office/officeart/2005/8/layout/orgChart1"/>
    <dgm:cxn modelId="{3C5FECF5-3A8F-4154-88B8-52926AC40946}" type="presOf" srcId="{A361A40D-8ECE-4304-88DF-350F28999247}" destId="{8DF32112-05BD-49C1-9E69-A46D60D42F87}" srcOrd="1" destOrd="0" presId="urn:microsoft.com/office/officeart/2005/8/layout/orgChart1"/>
    <dgm:cxn modelId="{E5DE4D4C-04FA-44C9-8E52-4C134797645E}" type="presOf" srcId="{ED277318-D4B5-43B6-929A-2D397E78737C}" destId="{83350D30-D8BE-48D6-B556-A937868BA360}" srcOrd="0" destOrd="0" presId="urn:microsoft.com/office/officeart/2005/8/layout/orgChart1"/>
    <dgm:cxn modelId="{A3495CCE-B61F-4748-BCF2-648658CFDCBE}" srcId="{4A4CF575-BFC4-4CDA-9B2E-632CCB406454}" destId="{ED277318-D4B5-43B6-929A-2D397E78737C}" srcOrd="1" destOrd="0" parTransId="{43C00EE2-EC17-4341-B188-40F6897EA8D7}" sibTransId="{8194C81A-06C8-45DF-8192-2DD2B76B2FF1}"/>
    <dgm:cxn modelId="{BBA5CC2C-0C34-4BB4-8DCD-863F4DB8C592}" type="presOf" srcId="{13E130C2-9D48-4B6E-B772-9379971DDFDA}" destId="{2A5D375F-23ED-4353-991E-DE737432BDC0}" srcOrd="0" destOrd="0" presId="urn:microsoft.com/office/officeart/2005/8/layout/orgChart1"/>
    <dgm:cxn modelId="{AAF33577-B80D-44D4-8039-CD063ECBF95B}" type="presOf" srcId="{4A4CF575-BFC4-4CDA-9B2E-632CCB406454}" destId="{81687550-96FE-4BFB-89C3-C3144CD5B410}" srcOrd="0" destOrd="0" presId="urn:microsoft.com/office/officeart/2005/8/layout/orgChart1"/>
    <dgm:cxn modelId="{173565FA-E78E-4F0C-9A47-74DA5E9109B4}" type="presOf" srcId="{ED277318-D4B5-43B6-929A-2D397E78737C}" destId="{67A0A874-03E8-4065-BF88-4E3F775BC57F}" srcOrd="1" destOrd="0" presId="urn:microsoft.com/office/officeart/2005/8/layout/orgChart1"/>
    <dgm:cxn modelId="{046F7DEC-AFEF-401A-960B-4FAADB1B5852}" type="presOf" srcId="{4A4CF575-BFC4-4CDA-9B2E-632CCB406454}" destId="{D4189D91-FBDA-420B-9CC7-E3C620D61F9A}" srcOrd="1" destOrd="0" presId="urn:microsoft.com/office/officeart/2005/8/layout/orgChart1"/>
    <dgm:cxn modelId="{8883B2BA-1C6F-4CD6-9F22-BCE7A0B17BC3}" srcId="{3C60D73B-5C12-4201-A7EE-D2E37C6EBFB9}" destId="{4A4CF575-BFC4-4CDA-9B2E-632CCB406454}" srcOrd="0" destOrd="0" parTransId="{C72008C7-BA5E-42CF-9D87-9D05475A3FA5}" sibTransId="{07B4F58A-8174-412D-9EE1-AC70BB25B687}"/>
    <dgm:cxn modelId="{A83D0E43-DF6C-45B8-A0CD-94A5A67A51BE}" type="presParOf" srcId="{C16D48A2-1F46-4699-8942-8BC302DE6E4C}" destId="{7291600E-ED5B-42E8-BB7E-35A2B7B634A1}" srcOrd="0" destOrd="0" presId="urn:microsoft.com/office/officeart/2005/8/layout/orgChart1"/>
    <dgm:cxn modelId="{5E3B0449-870F-4D14-9879-5421A5ECCB5B}" type="presParOf" srcId="{7291600E-ED5B-42E8-BB7E-35A2B7B634A1}" destId="{DD99C898-0E1E-4AC9-B7E3-0FC5BA76CEDA}" srcOrd="0" destOrd="0" presId="urn:microsoft.com/office/officeart/2005/8/layout/orgChart1"/>
    <dgm:cxn modelId="{FEE4461C-4D47-4BF4-BAD9-EAA9C1B7356B}" type="presParOf" srcId="{DD99C898-0E1E-4AC9-B7E3-0FC5BA76CEDA}" destId="{81687550-96FE-4BFB-89C3-C3144CD5B410}" srcOrd="0" destOrd="0" presId="urn:microsoft.com/office/officeart/2005/8/layout/orgChart1"/>
    <dgm:cxn modelId="{A82953EC-A545-4F42-9D64-E16809E36896}" type="presParOf" srcId="{DD99C898-0E1E-4AC9-B7E3-0FC5BA76CEDA}" destId="{D4189D91-FBDA-420B-9CC7-E3C620D61F9A}" srcOrd="1" destOrd="0" presId="urn:microsoft.com/office/officeart/2005/8/layout/orgChart1"/>
    <dgm:cxn modelId="{47AD2BFA-DC38-4377-96CB-F3BBA8B9AB1A}" type="presParOf" srcId="{7291600E-ED5B-42E8-BB7E-35A2B7B634A1}" destId="{C16E20DA-E53A-470F-87FB-34A55817E196}" srcOrd="1" destOrd="0" presId="urn:microsoft.com/office/officeart/2005/8/layout/orgChart1"/>
    <dgm:cxn modelId="{A68C07D0-6A50-421F-B61A-69C7DFAC0DB9}" type="presParOf" srcId="{C16E20DA-E53A-470F-87FB-34A55817E196}" destId="{2A5D375F-23ED-4353-991E-DE737432BDC0}" srcOrd="0" destOrd="0" presId="urn:microsoft.com/office/officeart/2005/8/layout/orgChart1"/>
    <dgm:cxn modelId="{37476B91-D4E4-4EB2-B411-93CC3F56F408}" type="presParOf" srcId="{C16E20DA-E53A-470F-87FB-34A55817E196}" destId="{804B6CA4-C51F-4DB2-AC00-4E8CED304E98}" srcOrd="1" destOrd="0" presId="urn:microsoft.com/office/officeart/2005/8/layout/orgChart1"/>
    <dgm:cxn modelId="{9AE2A8BE-8658-4EC6-891B-6BFF96F6174D}" type="presParOf" srcId="{804B6CA4-C51F-4DB2-AC00-4E8CED304E98}" destId="{A9FBD0B9-455C-4228-98E4-403C06B2F2B3}" srcOrd="0" destOrd="0" presId="urn:microsoft.com/office/officeart/2005/8/layout/orgChart1"/>
    <dgm:cxn modelId="{90523A97-C8C0-4D40-95B3-6FA1D87D4F4B}" type="presParOf" srcId="{A9FBD0B9-455C-4228-98E4-403C06B2F2B3}" destId="{E74113BD-3DCB-4E95-9BDF-6D3F4306E355}" srcOrd="0" destOrd="0" presId="urn:microsoft.com/office/officeart/2005/8/layout/orgChart1"/>
    <dgm:cxn modelId="{1193D397-E82C-4E55-A9E5-D62ABDC7A895}" type="presParOf" srcId="{A9FBD0B9-455C-4228-98E4-403C06B2F2B3}" destId="{8DF32112-05BD-49C1-9E69-A46D60D42F87}" srcOrd="1" destOrd="0" presId="urn:microsoft.com/office/officeart/2005/8/layout/orgChart1"/>
    <dgm:cxn modelId="{8FAFDE98-2942-4D0B-9656-3EA05FCE1E4C}" type="presParOf" srcId="{804B6CA4-C51F-4DB2-AC00-4E8CED304E98}" destId="{89347B41-5FDC-4B69-8919-F7C19DA9B490}" srcOrd="1" destOrd="0" presId="urn:microsoft.com/office/officeart/2005/8/layout/orgChart1"/>
    <dgm:cxn modelId="{D4AF42DD-CB1F-4119-AE32-253DB0517443}" type="presParOf" srcId="{804B6CA4-C51F-4DB2-AC00-4E8CED304E98}" destId="{8C2CDE58-7B44-4FAF-BF01-CE057C29D60E}" srcOrd="2" destOrd="0" presId="urn:microsoft.com/office/officeart/2005/8/layout/orgChart1"/>
    <dgm:cxn modelId="{446325C0-F786-4758-960B-B842E8DE7101}" type="presParOf" srcId="{C16E20DA-E53A-470F-87FB-34A55817E196}" destId="{60AC55CD-1794-40B6-A366-68BC11333083}" srcOrd="2" destOrd="0" presId="urn:microsoft.com/office/officeart/2005/8/layout/orgChart1"/>
    <dgm:cxn modelId="{1A610A8B-3422-4AAB-A813-A667E58F7047}" type="presParOf" srcId="{C16E20DA-E53A-470F-87FB-34A55817E196}" destId="{F2240638-19F9-4F90-846D-F19DA71B1C72}" srcOrd="3" destOrd="0" presId="urn:microsoft.com/office/officeart/2005/8/layout/orgChart1"/>
    <dgm:cxn modelId="{ED76B9F1-FD77-4044-B612-E4502A7EBF48}" type="presParOf" srcId="{F2240638-19F9-4F90-846D-F19DA71B1C72}" destId="{67C27C3B-DE4A-4938-B429-47D63023E2AD}" srcOrd="0" destOrd="0" presId="urn:microsoft.com/office/officeart/2005/8/layout/orgChart1"/>
    <dgm:cxn modelId="{815332FC-C23F-4C23-8BA5-90EBB68EAB00}" type="presParOf" srcId="{67C27C3B-DE4A-4938-B429-47D63023E2AD}" destId="{83350D30-D8BE-48D6-B556-A937868BA360}" srcOrd="0" destOrd="0" presId="urn:microsoft.com/office/officeart/2005/8/layout/orgChart1"/>
    <dgm:cxn modelId="{3EF64A32-2108-43C8-9D2F-784ABDD0B2FD}" type="presParOf" srcId="{67C27C3B-DE4A-4938-B429-47D63023E2AD}" destId="{67A0A874-03E8-4065-BF88-4E3F775BC57F}" srcOrd="1" destOrd="0" presId="urn:microsoft.com/office/officeart/2005/8/layout/orgChart1"/>
    <dgm:cxn modelId="{F92BB3BA-5976-4F51-ABFD-4BCB2CED56B7}" type="presParOf" srcId="{F2240638-19F9-4F90-846D-F19DA71B1C72}" destId="{5BC98A4E-DC13-4C0F-95B9-97100343B4C5}" srcOrd="1" destOrd="0" presId="urn:microsoft.com/office/officeart/2005/8/layout/orgChart1"/>
    <dgm:cxn modelId="{E0DCEEB7-A7DC-435F-9658-CD45AD9115BE}" type="presParOf" srcId="{F2240638-19F9-4F90-846D-F19DA71B1C72}" destId="{5AAADF82-C5B2-4E68-B3AA-FDE888BCFBA0}" srcOrd="2" destOrd="0" presId="urn:microsoft.com/office/officeart/2005/8/layout/orgChart1"/>
    <dgm:cxn modelId="{304A79FB-B310-4C71-B4C2-EA44290927EB}" type="presParOf" srcId="{7291600E-ED5B-42E8-BB7E-35A2B7B634A1}" destId="{CED5A09D-8C8A-4929-8236-866A1A3AE53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229BCA-F36E-4060-9AA5-B196DDBD0AC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73B610-4245-4BC9-96E3-F9F9C90614C7}">
      <dgm:prSet/>
      <dgm:spPr/>
      <dgm:t>
        <a:bodyPr/>
        <a:lstStyle/>
        <a:p>
          <a:pPr rtl="0"/>
          <a:r>
            <a:rPr lang="en-AE" dirty="0" smtClean="0"/>
            <a:t>Conditional Jump</a:t>
          </a:r>
          <a:endParaRPr lang="en-GB" dirty="0"/>
        </a:p>
      </dgm:t>
    </dgm:pt>
    <dgm:pt modelId="{3E69D219-5B5F-448C-B529-9DDE725ADCA1}" type="parTrans" cxnId="{1BDF30D6-8426-41D2-B010-C330B47AC194}">
      <dgm:prSet/>
      <dgm:spPr/>
      <dgm:t>
        <a:bodyPr/>
        <a:lstStyle/>
        <a:p>
          <a:endParaRPr lang="en-US"/>
        </a:p>
      </dgm:t>
    </dgm:pt>
    <dgm:pt modelId="{4EF4E446-2AB1-4AFC-882C-ACB2C6F14248}" type="sibTrans" cxnId="{1BDF30D6-8426-41D2-B010-C330B47AC194}">
      <dgm:prSet/>
      <dgm:spPr/>
      <dgm:t>
        <a:bodyPr/>
        <a:lstStyle/>
        <a:p>
          <a:endParaRPr lang="en-US"/>
        </a:p>
      </dgm:t>
    </dgm:pt>
    <dgm:pt modelId="{27D8A937-760B-4DD6-A92C-D4CE95452866}">
      <dgm:prSet/>
      <dgm:spPr/>
      <dgm:t>
        <a:bodyPr/>
        <a:lstStyle/>
        <a:p>
          <a:pPr rtl="0"/>
          <a:r>
            <a:rPr lang="en-AE" dirty="0" smtClean="0"/>
            <a:t>Decision Making</a:t>
          </a:r>
          <a:endParaRPr lang="en-GB" dirty="0"/>
        </a:p>
      </dgm:t>
    </dgm:pt>
    <dgm:pt modelId="{E2D66319-F709-4929-B45D-129A194194E3}" type="parTrans" cxnId="{029F5B32-4A68-43CC-BA9D-690E8A0CC9A0}">
      <dgm:prSet/>
      <dgm:spPr/>
      <dgm:t>
        <a:bodyPr/>
        <a:lstStyle/>
        <a:p>
          <a:endParaRPr lang="en-US"/>
        </a:p>
      </dgm:t>
    </dgm:pt>
    <dgm:pt modelId="{A28C929C-6812-49A0-BAF1-8727B4343352}" type="sibTrans" cxnId="{029F5B32-4A68-43CC-BA9D-690E8A0CC9A0}">
      <dgm:prSet/>
      <dgm:spPr/>
      <dgm:t>
        <a:bodyPr/>
        <a:lstStyle/>
        <a:p>
          <a:endParaRPr lang="en-US"/>
        </a:p>
      </dgm:t>
    </dgm:pt>
    <dgm:pt modelId="{959696FF-9E53-4BBD-AB5F-C9ECC856723A}">
      <dgm:prSet/>
      <dgm:spPr/>
      <dgm:t>
        <a:bodyPr/>
        <a:lstStyle/>
        <a:p>
          <a:pPr rtl="0"/>
          <a:r>
            <a:rPr lang="en-AE" dirty="0" smtClean="0"/>
            <a:t>Input Validation</a:t>
          </a:r>
          <a:endParaRPr lang="en-GB" dirty="0"/>
        </a:p>
      </dgm:t>
    </dgm:pt>
    <dgm:pt modelId="{D0BE869C-4E61-4A6D-AB33-C00173CB2AA1}" type="parTrans" cxnId="{F2E5D687-747D-422E-A56E-F63FF12516B2}">
      <dgm:prSet/>
      <dgm:spPr/>
      <dgm:t>
        <a:bodyPr/>
        <a:lstStyle/>
        <a:p>
          <a:endParaRPr lang="en-US"/>
        </a:p>
      </dgm:t>
    </dgm:pt>
    <dgm:pt modelId="{00B1D6B7-2134-449B-9868-023FE3F15B4E}" type="sibTrans" cxnId="{F2E5D687-747D-422E-A56E-F63FF12516B2}">
      <dgm:prSet/>
      <dgm:spPr/>
      <dgm:t>
        <a:bodyPr/>
        <a:lstStyle/>
        <a:p>
          <a:endParaRPr lang="en-US"/>
        </a:p>
      </dgm:t>
    </dgm:pt>
    <dgm:pt modelId="{E0DE9F4D-D02C-49EC-85D7-341D73A2AD44}" type="pres">
      <dgm:prSet presAssocID="{1B229BCA-F36E-4060-9AA5-B196DDBD0AC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FF75F08-E9E2-4AFF-BED1-2D1C55D43F86}" type="pres">
      <dgm:prSet presAssocID="{5973B610-4245-4BC9-96E3-F9F9C90614C7}" presName="hierRoot1" presStyleCnt="0">
        <dgm:presLayoutVars>
          <dgm:hierBranch val="init"/>
        </dgm:presLayoutVars>
      </dgm:prSet>
      <dgm:spPr/>
    </dgm:pt>
    <dgm:pt modelId="{05EB1F4F-6342-4F1D-B29E-D930BEA1F168}" type="pres">
      <dgm:prSet presAssocID="{5973B610-4245-4BC9-96E3-F9F9C90614C7}" presName="rootComposite1" presStyleCnt="0"/>
      <dgm:spPr/>
    </dgm:pt>
    <dgm:pt modelId="{40DD4724-8DD2-4C6E-983A-C37419E27E2E}" type="pres">
      <dgm:prSet presAssocID="{5973B610-4245-4BC9-96E3-F9F9C90614C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D64A649-FD65-42B7-A34B-9FB5CF7D6E6D}" type="pres">
      <dgm:prSet presAssocID="{5973B610-4245-4BC9-96E3-F9F9C90614C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96F61C6-5772-451B-BEA4-8A946A83F883}" type="pres">
      <dgm:prSet presAssocID="{5973B610-4245-4BC9-96E3-F9F9C90614C7}" presName="hierChild2" presStyleCnt="0"/>
      <dgm:spPr/>
    </dgm:pt>
    <dgm:pt modelId="{EDEB3FE4-3AE7-49E7-95F1-A96FAF0A3D83}" type="pres">
      <dgm:prSet presAssocID="{E2D66319-F709-4929-B45D-129A194194E3}" presName="Name37" presStyleLbl="parChTrans1D2" presStyleIdx="0" presStyleCnt="2"/>
      <dgm:spPr/>
      <dgm:t>
        <a:bodyPr/>
        <a:lstStyle/>
        <a:p>
          <a:endParaRPr lang="en-US"/>
        </a:p>
      </dgm:t>
    </dgm:pt>
    <dgm:pt modelId="{75B1DF80-0DCD-40A0-80FC-C7BECBDA8454}" type="pres">
      <dgm:prSet presAssocID="{27D8A937-760B-4DD6-A92C-D4CE95452866}" presName="hierRoot2" presStyleCnt="0">
        <dgm:presLayoutVars>
          <dgm:hierBranch val="init"/>
        </dgm:presLayoutVars>
      </dgm:prSet>
      <dgm:spPr/>
    </dgm:pt>
    <dgm:pt modelId="{462F2B2C-625D-45FB-B2F1-DB140B35D3BB}" type="pres">
      <dgm:prSet presAssocID="{27D8A937-760B-4DD6-A92C-D4CE95452866}" presName="rootComposite" presStyleCnt="0"/>
      <dgm:spPr/>
    </dgm:pt>
    <dgm:pt modelId="{4102580B-E44C-46F7-AFA6-527F7F028010}" type="pres">
      <dgm:prSet presAssocID="{27D8A937-760B-4DD6-A92C-D4CE95452866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ECF867C-2A31-48AE-8B12-764BC5281AC1}" type="pres">
      <dgm:prSet presAssocID="{27D8A937-760B-4DD6-A92C-D4CE95452866}" presName="rootConnector" presStyleLbl="node2" presStyleIdx="0" presStyleCnt="2"/>
      <dgm:spPr/>
      <dgm:t>
        <a:bodyPr/>
        <a:lstStyle/>
        <a:p>
          <a:endParaRPr lang="en-US"/>
        </a:p>
      </dgm:t>
    </dgm:pt>
    <dgm:pt modelId="{33161F37-E400-478B-BC82-4D5BB84C48EB}" type="pres">
      <dgm:prSet presAssocID="{27D8A937-760B-4DD6-A92C-D4CE95452866}" presName="hierChild4" presStyleCnt="0"/>
      <dgm:spPr/>
    </dgm:pt>
    <dgm:pt modelId="{4FCECF14-97A2-4803-890F-DAA7FDCEF840}" type="pres">
      <dgm:prSet presAssocID="{27D8A937-760B-4DD6-A92C-D4CE95452866}" presName="hierChild5" presStyleCnt="0"/>
      <dgm:spPr/>
    </dgm:pt>
    <dgm:pt modelId="{FEE9CCE1-D9E2-4AE2-86F0-9E4A6E3FAC6E}" type="pres">
      <dgm:prSet presAssocID="{D0BE869C-4E61-4A6D-AB33-C00173CB2AA1}" presName="Name37" presStyleLbl="parChTrans1D2" presStyleIdx="1" presStyleCnt="2"/>
      <dgm:spPr/>
      <dgm:t>
        <a:bodyPr/>
        <a:lstStyle/>
        <a:p>
          <a:endParaRPr lang="en-US"/>
        </a:p>
      </dgm:t>
    </dgm:pt>
    <dgm:pt modelId="{6CFCBB8A-1019-4BE8-8CCB-E6B628D407A1}" type="pres">
      <dgm:prSet presAssocID="{959696FF-9E53-4BBD-AB5F-C9ECC856723A}" presName="hierRoot2" presStyleCnt="0">
        <dgm:presLayoutVars>
          <dgm:hierBranch val="init"/>
        </dgm:presLayoutVars>
      </dgm:prSet>
      <dgm:spPr/>
    </dgm:pt>
    <dgm:pt modelId="{F373D342-567F-4A5E-A4CD-29426717DE2C}" type="pres">
      <dgm:prSet presAssocID="{959696FF-9E53-4BBD-AB5F-C9ECC856723A}" presName="rootComposite" presStyleCnt="0"/>
      <dgm:spPr/>
    </dgm:pt>
    <dgm:pt modelId="{D2ED5C75-372A-42C9-A448-EA9330B17A20}" type="pres">
      <dgm:prSet presAssocID="{959696FF-9E53-4BBD-AB5F-C9ECC856723A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9B01252-3E71-44C3-A291-E6438A5BE942}" type="pres">
      <dgm:prSet presAssocID="{959696FF-9E53-4BBD-AB5F-C9ECC856723A}" presName="rootConnector" presStyleLbl="node2" presStyleIdx="1" presStyleCnt="2"/>
      <dgm:spPr/>
      <dgm:t>
        <a:bodyPr/>
        <a:lstStyle/>
        <a:p>
          <a:endParaRPr lang="en-US"/>
        </a:p>
      </dgm:t>
    </dgm:pt>
    <dgm:pt modelId="{9D5F2F59-5225-4E85-A50F-FE99D6B2725D}" type="pres">
      <dgm:prSet presAssocID="{959696FF-9E53-4BBD-AB5F-C9ECC856723A}" presName="hierChild4" presStyleCnt="0"/>
      <dgm:spPr/>
    </dgm:pt>
    <dgm:pt modelId="{FB1E05EC-76FC-40E3-8382-E72764909E99}" type="pres">
      <dgm:prSet presAssocID="{959696FF-9E53-4BBD-AB5F-C9ECC856723A}" presName="hierChild5" presStyleCnt="0"/>
      <dgm:spPr/>
    </dgm:pt>
    <dgm:pt modelId="{BD9443B4-EBA2-4665-971B-AC34D1549929}" type="pres">
      <dgm:prSet presAssocID="{5973B610-4245-4BC9-96E3-F9F9C90614C7}" presName="hierChild3" presStyleCnt="0"/>
      <dgm:spPr/>
    </dgm:pt>
  </dgm:ptLst>
  <dgm:cxnLst>
    <dgm:cxn modelId="{5D4660EA-2AD0-4137-9227-1B6402841014}" type="presOf" srcId="{959696FF-9E53-4BBD-AB5F-C9ECC856723A}" destId="{29B01252-3E71-44C3-A291-E6438A5BE942}" srcOrd="1" destOrd="0" presId="urn:microsoft.com/office/officeart/2005/8/layout/orgChart1"/>
    <dgm:cxn modelId="{DEC4339C-2563-4FF3-BF39-C266DC416231}" type="presOf" srcId="{E2D66319-F709-4929-B45D-129A194194E3}" destId="{EDEB3FE4-3AE7-49E7-95F1-A96FAF0A3D83}" srcOrd="0" destOrd="0" presId="urn:microsoft.com/office/officeart/2005/8/layout/orgChart1"/>
    <dgm:cxn modelId="{AB31357D-6274-40C3-AA6D-5C0EF279A9D4}" type="presOf" srcId="{27D8A937-760B-4DD6-A92C-D4CE95452866}" destId="{4102580B-E44C-46F7-AFA6-527F7F028010}" srcOrd="0" destOrd="0" presId="urn:microsoft.com/office/officeart/2005/8/layout/orgChart1"/>
    <dgm:cxn modelId="{7A413613-2D76-4753-A6E3-3A5163BC63D5}" type="presOf" srcId="{5973B610-4245-4BC9-96E3-F9F9C90614C7}" destId="{6D64A649-FD65-42B7-A34B-9FB5CF7D6E6D}" srcOrd="1" destOrd="0" presId="urn:microsoft.com/office/officeart/2005/8/layout/orgChart1"/>
    <dgm:cxn modelId="{889A87EF-887F-41E2-B51E-A6BA7194CE7B}" type="presOf" srcId="{27D8A937-760B-4DD6-A92C-D4CE95452866}" destId="{0ECF867C-2A31-48AE-8B12-764BC5281AC1}" srcOrd="1" destOrd="0" presId="urn:microsoft.com/office/officeart/2005/8/layout/orgChart1"/>
    <dgm:cxn modelId="{029F5B32-4A68-43CC-BA9D-690E8A0CC9A0}" srcId="{5973B610-4245-4BC9-96E3-F9F9C90614C7}" destId="{27D8A937-760B-4DD6-A92C-D4CE95452866}" srcOrd="0" destOrd="0" parTransId="{E2D66319-F709-4929-B45D-129A194194E3}" sibTransId="{A28C929C-6812-49A0-BAF1-8727B4343352}"/>
    <dgm:cxn modelId="{3D40600D-49B9-461E-A357-2BE0D36AFC8B}" type="presOf" srcId="{D0BE869C-4E61-4A6D-AB33-C00173CB2AA1}" destId="{FEE9CCE1-D9E2-4AE2-86F0-9E4A6E3FAC6E}" srcOrd="0" destOrd="0" presId="urn:microsoft.com/office/officeart/2005/8/layout/orgChart1"/>
    <dgm:cxn modelId="{F2E5D687-747D-422E-A56E-F63FF12516B2}" srcId="{5973B610-4245-4BC9-96E3-F9F9C90614C7}" destId="{959696FF-9E53-4BBD-AB5F-C9ECC856723A}" srcOrd="1" destOrd="0" parTransId="{D0BE869C-4E61-4A6D-AB33-C00173CB2AA1}" sibTransId="{00B1D6B7-2134-449B-9868-023FE3F15B4E}"/>
    <dgm:cxn modelId="{1BDF30D6-8426-41D2-B010-C330B47AC194}" srcId="{1B229BCA-F36E-4060-9AA5-B196DDBD0ACE}" destId="{5973B610-4245-4BC9-96E3-F9F9C90614C7}" srcOrd="0" destOrd="0" parTransId="{3E69D219-5B5F-448C-B529-9DDE725ADCA1}" sibTransId="{4EF4E446-2AB1-4AFC-882C-ACB2C6F14248}"/>
    <dgm:cxn modelId="{E370FEB0-7531-4043-BFC8-3342BB6239B8}" type="presOf" srcId="{959696FF-9E53-4BBD-AB5F-C9ECC856723A}" destId="{D2ED5C75-372A-42C9-A448-EA9330B17A20}" srcOrd="0" destOrd="0" presId="urn:microsoft.com/office/officeart/2005/8/layout/orgChart1"/>
    <dgm:cxn modelId="{C42C1C5E-F30C-4846-AC8E-ADED59C0DF9C}" type="presOf" srcId="{1B229BCA-F36E-4060-9AA5-B196DDBD0ACE}" destId="{E0DE9F4D-D02C-49EC-85D7-341D73A2AD44}" srcOrd="0" destOrd="0" presId="urn:microsoft.com/office/officeart/2005/8/layout/orgChart1"/>
    <dgm:cxn modelId="{DAB7E6A9-C744-40CD-8162-4C7AF1A20687}" type="presOf" srcId="{5973B610-4245-4BC9-96E3-F9F9C90614C7}" destId="{40DD4724-8DD2-4C6E-983A-C37419E27E2E}" srcOrd="0" destOrd="0" presId="urn:microsoft.com/office/officeart/2005/8/layout/orgChart1"/>
    <dgm:cxn modelId="{6226BD6B-388B-4A24-8CEB-917EF124CB69}" type="presParOf" srcId="{E0DE9F4D-D02C-49EC-85D7-341D73A2AD44}" destId="{CFF75F08-E9E2-4AFF-BED1-2D1C55D43F86}" srcOrd="0" destOrd="0" presId="urn:microsoft.com/office/officeart/2005/8/layout/orgChart1"/>
    <dgm:cxn modelId="{16B2CACB-06CC-404E-B46E-7FB49D167CCD}" type="presParOf" srcId="{CFF75F08-E9E2-4AFF-BED1-2D1C55D43F86}" destId="{05EB1F4F-6342-4F1D-B29E-D930BEA1F168}" srcOrd="0" destOrd="0" presId="urn:microsoft.com/office/officeart/2005/8/layout/orgChart1"/>
    <dgm:cxn modelId="{91CFA11B-694F-4861-B2D1-D9A6D18DBEE5}" type="presParOf" srcId="{05EB1F4F-6342-4F1D-B29E-D930BEA1F168}" destId="{40DD4724-8DD2-4C6E-983A-C37419E27E2E}" srcOrd="0" destOrd="0" presId="urn:microsoft.com/office/officeart/2005/8/layout/orgChart1"/>
    <dgm:cxn modelId="{8C97E974-F1FA-4835-85EA-2C8FF9888FBE}" type="presParOf" srcId="{05EB1F4F-6342-4F1D-B29E-D930BEA1F168}" destId="{6D64A649-FD65-42B7-A34B-9FB5CF7D6E6D}" srcOrd="1" destOrd="0" presId="urn:microsoft.com/office/officeart/2005/8/layout/orgChart1"/>
    <dgm:cxn modelId="{7B47E3BF-85B7-48AE-8446-235F24664A7B}" type="presParOf" srcId="{CFF75F08-E9E2-4AFF-BED1-2D1C55D43F86}" destId="{A96F61C6-5772-451B-BEA4-8A946A83F883}" srcOrd="1" destOrd="0" presId="urn:microsoft.com/office/officeart/2005/8/layout/orgChart1"/>
    <dgm:cxn modelId="{791F5F5F-09A8-42AB-9EA7-8F849BD41F98}" type="presParOf" srcId="{A96F61C6-5772-451B-BEA4-8A946A83F883}" destId="{EDEB3FE4-3AE7-49E7-95F1-A96FAF0A3D83}" srcOrd="0" destOrd="0" presId="urn:microsoft.com/office/officeart/2005/8/layout/orgChart1"/>
    <dgm:cxn modelId="{B02781E0-6E40-4413-903F-B5518639D8B2}" type="presParOf" srcId="{A96F61C6-5772-451B-BEA4-8A946A83F883}" destId="{75B1DF80-0DCD-40A0-80FC-C7BECBDA8454}" srcOrd="1" destOrd="0" presId="urn:microsoft.com/office/officeart/2005/8/layout/orgChart1"/>
    <dgm:cxn modelId="{1D26557A-5992-4438-BBCC-63C413A10B87}" type="presParOf" srcId="{75B1DF80-0DCD-40A0-80FC-C7BECBDA8454}" destId="{462F2B2C-625D-45FB-B2F1-DB140B35D3BB}" srcOrd="0" destOrd="0" presId="urn:microsoft.com/office/officeart/2005/8/layout/orgChart1"/>
    <dgm:cxn modelId="{811043A2-86FC-4A6C-BE14-B3B814594586}" type="presParOf" srcId="{462F2B2C-625D-45FB-B2F1-DB140B35D3BB}" destId="{4102580B-E44C-46F7-AFA6-527F7F028010}" srcOrd="0" destOrd="0" presId="urn:microsoft.com/office/officeart/2005/8/layout/orgChart1"/>
    <dgm:cxn modelId="{31975781-FF6C-4992-A8AF-90B0868DCEFE}" type="presParOf" srcId="{462F2B2C-625D-45FB-B2F1-DB140B35D3BB}" destId="{0ECF867C-2A31-48AE-8B12-764BC5281AC1}" srcOrd="1" destOrd="0" presId="urn:microsoft.com/office/officeart/2005/8/layout/orgChart1"/>
    <dgm:cxn modelId="{2B322935-A561-4A91-965F-E9EAEF3CD7C0}" type="presParOf" srcId="{75B1DF80-0DCD-40A0-80FC-C7BECBDA8454}" destId="{33161F37-E400-478B-BC82-4D5BB84C48EB}" srcOrd="1" destOrd="0" presId="urn:microsoft.com/office/officeart/2005/8/layout/orgChart1"/>
    <dgm:cxn modelId="{84964587-5144-4F0E-B644-CBC38D02D5E4}" type="presParOf" srcId="{75B1DF80-0DCD-40A0-80FC-C7BECBDA8454}" destId="{4FCECF14-97A2-4803-890F-DAA7FDCEF840}" srcOrd="2" destOrd="0" presId="urn:microsoft.com/office/officeart/2005/8/layout/orgChart1"/>
    <dgm:cxn modelId="{399E85D5-2E5B-4A70-BBEE-E80C77D174CA}" type="presParOf" srcId="{A96F61C6-5772-451B-BEA4-8A946A83F883}" destId="{FEE9CCE1-D9E2-4AE2-86F0-9E4A6E3FAC6E}" srcOrd="2" destOrd="0" presId="urn:microsoft.com/office/officeart/2005/8/layout/orgChart1"/>
    <dgm:cxn modelId="{D3C71DB5-CD41-425A-859B-9EB8DCEB192A}" type="presParOf" srcId="{A96F61C6-5772-451B-BEA4-8A946A83F883}" destId="{6CFCBB8A-1019-4BE8-8CCB-E6B628D407A1}" srcOrd="3" destOrd="0" presId="urn:microsoft.com/office/officeart/2005/8/layout/orgChart1"/>
    <dgm:cxn modelId="{FA2CBCBD-CBCB-4583-8EB6-D3F2B88AF498}" type="presParOf" srcId="{6CFCBB8A-1019-4BE8-8CCB-E6B628D407A1}" destId="{F373D342-567F-4A5E-A4CD-29426717DE2C}" srcOrd="0" destOrd="0" presId="urn:microsoft.com/office/officeart/2005/8/layout/orgChart1"/>
    <dgm:cxn modelId="{540F3C8B-2F2C-47F1-839E-B6150B38DB17}" type="presParOf" srcId="{F373D342-567F-4A5E-A4CD-29426717DE2C}" destId="{D2ED5C75-372A-42C9-A448-EA9330B17A20}" srcOrd="0" destOrd="0" presId="urn:microsoft.com/office/officeart/2005/8/layout/orgChart1"/>
    <dgm:cxn modelId="{30D4C54D-2B54-4855-9591-C22DE0F98202}" type="presParOf" srcId="{F373D342-567F-4A5E-A4CD-29426717DE2C}" destId="{29B01252-3E71-44C3-A291-E6438A5BE942}" srcOrd="1" destOrd="0" presId="urn:microsoft.com/office/officeart/2005/8/layout/orgChart1"/>
    <dgm:cxn modelId="{C09E2732-7753-44B9-9E28-776503D22CB5}" type="presParOf" srcId="{6CFCBB8A-1019-4BE8-8CCB-E6B628D407A1}" destId="{9D5F2F59-5225-4E85-A50F-FE99D6B2725D}" srcOrd="1" destOrd="0" presId="urn:microsoft.com/office/officeart/2005/8/layout/orgChart1"/>
    <dgm:cxn modelId="{5E242D09-F2A4-4432-BBC5-0E4D745DBADC}" type="presParOf" srcId="{6CFCBB8A-1019-4BE8-8CCB-E6B628D407A1}" destId="{FB1E05EC-76FC-40E3-8382-E72764909E99}" srcOrd="2" destOrd="0" presId="urn:microsoft.com/office/officeart/2005/8/layout/orgChart1"/>
    <dgm:cxn modelId="{15832A50-B36A-403D-8FBD-A0649F704CB4}" type="presParOf" srcId="{CFF75F08-E9E2-4AFF-BED1-2D1C55D43F86}" destId="{BD9443B4-EBA2-4665-971B-AC34D154992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99B51F-B4D1-4592-9E2D-462CF12EFA3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ED561F-1F5F-41BA-87B1-1AAA25786C42}">
      <dgm:prSet/>
      <dgm:spPr/>
      <dgm:t>
        <a:bodyPr/>
        <a:lstStyle/>
        <a:p>
          <a:pPr rtl="0"/>
          <a:r>
            <a:rPr lang="en-AE" dirty="0" smtClean="0"/>
            <a:t>Register</a:t>
          </a:r>
          <a:endParaRPr lang="en-GB" dirty="0"/>
        </a:p>
      </dgm:t>
    </dgm:pt>
    <dgm:pt modelId="{59D48E90-5F33-4046-9677-4DE8E2369ECC}" type="parTrans" cxnId="{BA94D836-98DF-459C-B777-BE965157AC47}">
      <dgm:prSet/>
      <dgm:spPr/>
      <dgm:t>
        <a:bodyPr/>
        <a:lstStyle/>
        <a:p>
          <a:endParaRPr lang="en-US"/>
        </a:p>
      </dgm:t>
    </dgm:pt>
    <dgm:pt modelId="{ACBE4C0C-818B-4490-B9B1-9C8FD6C72F32}" type="sibTrans" cxnId="{BA94D836-98DF-459C-B777-BE965157AC47}">
      <dgm:prSet/>
      <dgm:spPr/>
      <dgm:t>
        <a:bodyPr/>
        <a:lstStyle/>
        <a:p>
          <a:endParaRPr lang="en-US"/>
        </a:p>
      </dgm:t>
    </dgm:pt>
    <dgm:pt modelId="{88C60D49-1EFF-4F8D-BE33-10F6C5B11281}">
      <dgm:prSet/>
      <dgm:spPr/>
      <dgm:t>
        <a:bodyPr/>
        <a:lstStyle/>
        <a:p>
          <a:pPr rtl="0"/>
          <a:r>
            <a:rPr lang="en-AE" smtClean="0"/>
            <a:t>Calculations</a:t>
          </a:r>
          <a:endParaRPr lang="en-GB"/>
        </a:p>
      </dgm:t>
    </dgm:pt>
    <dgm:pt modelId="{6AC8ACE0-881F-4811-A690-FE9B392CA2B2}" type="parTrans" cxnId="{C394120C-BC73-4FE4-BC7C-0B3822D008B8}">
      <dgm:prSet/>
      <dgm:spPr/>
      <dgm:t>
        <a:bodyPr/>
        <a:lstStyle/>
        <a:p>
          <a:endParaRPr lang="en-US"/>
        </a:p>
      </dgm:t>
    </dgm:pt>
    <dgm:pt modelId="{C49AA458-4F0F-49B9-8B4F-D896063FE1BB}" type="sibTrans" cxnId="{C394120C-BC73-4FE4-BC7C-0B3822D008B8}">
      <dgm:prSet/>
      <dgm:spPr/>
      <dgm:t>
        <a:bodyPr/>
        <a:lstStyle/>
        <a:p>
          <a:endParaRPr lang="en-US"/>
        </a:p>
      </dgm:t>
    </dgm:pt>
    <dgm:pt modelId="{7CF5FF0E-D659-4C52-B4A6-FAA706C9662A}">
      <dgm:prSet/>
      <dgm:spPr/>
      <dgm:t>
        <a:bodyPr/>
        <a:lstStyle/>
        <a:p>
          <a:pPr rtl="0"/>
          <a:r>
            <a:rPr lang="en-AE" dirty="0" smtClean="0"/>
            <a:t>Temporary Data Storage</a:t>
          </a:r>
          <a:endParaRPr lang="en-GB" dirty="0"/>
        </a:p>
      </dgm:t>
    </dgm:pt>
    <dgm:pt modelId="{887CDA6E-4B0B-4511-ACE3-65C94DE566C6}" type="parTrans" cxnId="{529626CC-237D-4463-95AC-1A8546E76015}">
      <dgm:prSet/>
      <dgm:spPr/>
      <dgm:t>
        <a:bodyPr/>
        <a:lstStyle/>
        <a:p>
          <a:endParaRPr lang="en-US"/>
        </a:p>
      </dgm:t>
    </dgm:pt>
    <dgm:pt modelId="{F9ABCF46-C86D-4EBF-9F11-ABD0B38DC02F}" type="sibTrans" cxnId="{529626CC-237D-4463-95AC-1A8546E76015}">
      <dgm:prSet/>
      <dgm:spPr/>
      <dgm:t>
        <a:bodyPr/>
        <a:lstStyle/>
        <a:p>
          <a:endParaRPr lang="en-US"/>
        </a:p>
      </dgm:t>
    </dgm:pt>
    <dgm:pt modelId="{99BFD6A4-FC8D-48EC-9B7A-2ABBCBC0C831}">
      <dgm:prSet/>
      <dgm:spPr/>
      <dgm:t>
        <a:bodyPr/>
        <a:lstStyle/>
        <a:p>
          <a:pPr rtl="0"/>
          <a:r>
            <a:rPr lang="en-AE" smtClean="0"/>
            <a:t>Balance Updates</a:t>
          </a:r>
          <a:endParaRPr lang="en-GB"/>
        </a:p>
      </dgm:t>
    </dgm:pt>
    <dgm:pt modelId="{86955019-870B-4E35-8354-FADC63C3C3FE}" type="parTrans" cxnId="{33F3BCC4-F7C8-4C8D-BDB6-895375D973AC}">
      <dgm:prSet/>
      <dgm:spPr/>
      <dgm:t>
        <a:bodyPr/>
        <a:lstStyle/>
        <a:p>
          <a:endParaRPr lang="en-US"/>
        </a:p>
      </dgm:t>
    </dgm:pt>
    <dgm:pt modelId="{73A030BA-B15E-41DB-BE05-712FCB6FEF33}" type="sibTrans" cxnId="{33F3BCC4-F7C8-4C8D-BDB6-895375D973AC}">
      <dgm:prSet/>
      <dgm:spPr/>
      <dgm:t>
        <a:bodyPr/>
        <a:lstStyle/>
        <a:p>
          <a:endParaRPr lang="en-US"/>
        </a:p>
      </dgm:t>
    </dgm:pt>
    <dgm:pt modelId="{5C2D476D-C660-493B-8398-56FF7AF1C526}" type="pres">
      <dgm:prSet presAssocID="{4B99B51F-B4D1-4592-9E2D-462CF12EFA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1528C31-E253-4335-8381-4E9A100B0FC2}" type="pres">
      <dgm:prSet presAssocID="{53ED561F-1F5F-41BA-87B1-1AAA25786C42}" presName="hierRoot1" presStyleCnt="0">
        <dgm:presLayoutVars>
          <dgm:hierBranch val="init"/>
        </dgm:presLayoutVars>
      </dgm:prSet>
      <dgm:spPr/>
    </dgm:pt>
    <dgm:pt modelId="{AD266ABB-2E47-4682-AE3E-21EB7CBFC09C}" type="pres">
      <dgm:prSet presAssocID="{53ED561F-1F5F-41BA-87B1-1AAA25786C42}" presName="rootComposite1" presStyleCnt="0"/>
      <dgm:spPr/>
    </dgm:pt>
    <dgm:pt modelId="{B06BB2FC-1E98-42B9-B728-31367D6AF875}" type="pres">
      <dgm:prSet presAssocID="{53ED561F-1F5F-41BA-87B1-1AAA25786C4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A0BF89E-BABE-4A6A-99C5-14F7609D87DB}" type="pres">
      <dgm:prSet presAssocID="{53ED561F-1F5F-41BA-87B1-1AAA25786C42}" presName="rootConnector1" presStyleLbl="node1" presStyleIdx="0" presStyleCnt="0"/>
      <dgm:spPr/>
      <dgm:t>
        <a:bodyPr/>
        <a:lstStyle/>
        <a:p>
          <a:endParaRPr lang="en-US"/>
        </a:p>
      </dgm:t>
    </dgm:pt>
    <dgm:pt modelId="{043D2CF1-30C5-495D-8F93-D9C0B4650235}" type="pres">
      <dgm:prSet presAssocID="{53ED561F-1F5F-41BA-87B1-1AAA25786C42}" presName="hierChild2" presStyleCnt="0"/>
      <dgm:spPr/>
    </dgm:pt>
    <dgm:pt modelId="{5F02A8B5-91E1-459D-B88A-1660B7971BE1}" type="pres">
      <dgm:prSet presAssocID="{6AC8ACE0-881F-4811-A690-FE9B392CA2B2}" presName="Name37" presStyleLbl="parChTrans1D2" presStyleIdx="0" presStyleCnt="3"/>
      <dgm:spPr/>
      <dgm:t>
        <a:bodyPr/>
        <a:lstStyle/>
        <a:p>
          <a:endParaRPr lang="en-US"/>
        </a:p>
      </dgm:t>
    </dgm:pt>
    <dgm:pt modelId="{846FDB1E-0039-4F24-93FF-8A6126CF3702}" type="pres">
      <dgm:prSet presAssocID="{88C60D49-1EFF-4F8D-BE33-10F6C5B11281}" presName="hierRoot2" presStyleCnt="0">
        <dgm:presLayoutVars>
          <dgm:hierBranch val="init"/>
        </dgm:presLayoutVars>
      </dgm:prSet>
      <dgm:spPr/>
    </dgm:pt>
    <dgm:pt modelId="{8124244B-41A8-4941-B7BF-399125CEAFD9}" type="pres">
      <dgm:prSet presAssocID="{88C60D49-1EFF-4F8D-BE33-10F6C5B11281}" presName="rootComposite" presStyleCnt="0"/>
      <dgm:spPr/>
    </dgm:pt>
    <dgm:pt modelId="{24A4CBFC-B06C-4D6D-8DFD-E8B72CCE06AA}" type="pres">
      <dgm:prSet presAssocID="{88C60D49-1EFF-4F8D-BE33-10F6C5B11281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E6FD6BD-A227-4EC4-8396-FF280438C886}" type="pres">
      <dgm:prSet presAssocID="{88C60D49-1EFF-4F8D-BE33-10F6C5B11281}" presName="rootConnector" presStyleLbl="node2" presStyleIdx="0" presStyleCnt="3"/>
      <dgm:spPr/>
      <dgm:t>
        <a:bodyPr/>
        <a:lstStyle/>
        <a:p>
          <a:endParaRPr lang="en-US"/>
        </a:p>
      </dgm:t>
    </dgm:pt>
    <dgm:pt modelId="{4D80AD66-163A-46E7-AE25-E95E1EBD8E9C}" type="pres">
      <dgm:prSet presAssocID="{88C60D49-1EFF-4F8D-BE33-10F6C5B11281}" presName="hierChild4" presStyleCnt="0"/>
      <dgm:spPr/>
    </dgm:pt>
    <dgm:pt modelId="{CE151A19-B5E6-465E-8AF9-763F12989733}" type="pres">
      <dgm:prSet presAssocID="{88C60D49-1EFF-4F8D-BE33-10F6C5B11281}" presName="hierChild5" presStyleCnt="0"/>
      <dgm:spPr/>
    </dgm:pt>
    <dgm:pt modelId="{ED3F8464-3400-49D3-915F-C7D629AA85F6}" type="pres">
      <dgm:prSet presAssocID="{887CDA6E-4B0B-4511-ACE3-65C94DE566C6}" presName="Name37" presStyleLbl="parChTrans1D2" presStyleIdx="1" presStyleCnt="3"/>
      <dgm:spPr/>
      <dgm:t>
        <a:bodyPr/>
        <a:lstStyle/>
        <a:p>
          <a:endParaRPr lang="en-US"/>
        </a:p>
      </dgm:t>
    </dgm:pt>
    <dgm:pt modelId="{0D2E454A-D62C-4C12-8525-8D8BBC60C764}" type="pres">
      <dgm:prSet presAssocID="{7CF5FF0E-D659-4C52-B4A6-FAA706C9662A}" presName="hierRoot2" presStyleCnt="0">
        <dgm:presLayoutVars>
          <dgm:hierBranch val="init"/>
        </dgm:presLayoutVars>
      </dgm:prSet>
      <dgm:spPr/>
    </dgm:pt>
    <dgm:pt modelId="{256B086B-4C92-4374-84EE-19B1F511FB5E}" type="pres">
      <dgm:prSet presAssocID="{7CF5FF0E-D659-4C52-B4A6-FAA706C9662A}" presName="rootComposite" presStyleCnt="0"/>
      <dgm:spPr/>
    </dgm:pt>
    <dgm:pt modelId="{89FB94A4-6C89-44C7-8B66-909D0269CB9E}" type="pres">
      <dgm:prSet presAssocID="{7CF5FF0E-D659-4C52-B4A6-FAA706C9662A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95DBDB5-948D-4874-A57A-8A6A1F7A90EE}" type="pres">
      <dgm:prSet presAssocID="{7CF5FF0E-D659-4C52-B4A6-FAA706C9662A}" presName="rootConnector" presStyleLbl="node2" presStyleIdx="1" presStyleCnt="3"/>
      <dgm:spPr/>
      <dgm:t>
        <a:bodyPr/>
        <a:lstStyle/>
        <a:p>
          <a:endParaRPr lang="en-US"/>
        </a:p>
      </dgm:t>
    </dgm:pt>
    <dgm:pt modelId="{E7900369-0335-4734-B8B3-348E1FA9100E}" type="pres">
      <dgm:prSet presAssocID="{7CF5FF0E-D659-4C52-B4A6-FAA706C9662A}" presName="hierChild4" presStyleCnt="0"/>
      <dgm:spPr/>
    </dgm:pt>
    <dgm:pt modelId="{E808F2C9-90F3-4706-920E-D3D65109D15E}" type="pres">
      <dgm:prSet presAssocID="{7CF5FF0E-D659-4C52-B4A6-FAA706C9662A}" presName="hierChild5" presStyleCnt="0"/>
      <dgm:spPr/>
    </dgm:pt>
    <dgm:pt modelId="{CB9D3330-4486-4A5F-AEEE-AB51BEC17CCD}" type="pres">
      <dgm:prSet presAssocID="{86955019-870B-4E35-8354-FADC63C3C3FE}" presName="Name37" presStyleLbl="parChTrans1D2" presStyleIdx="2" presStyleCnt="3"/>
      <dgm:spPr/>
      <dgm:t>
        <a:bodyPr/>
        <a:lstStyle/>
        <a:p>
          <a:endParaRPr lang="en-US"/>
        </a:p>
      </dgm:t>
    </dgm:pt>
    <dgm:pt modelId="{2F6DAF51-2685-48F6-9DF0-382F9014A68F}" type="pres">
      <dgm:prSet presAssocID="{99BFD6A4-FC8D-48EC-9B7A-2ABBCBC0C831}" presName="hierRoot2" presStyleCnt="0">
        <dgm:presLayoutVars>
          <dgm:hierBranch val="init"/>
        </dgm:presLayoutVars>
      </dgm:prSet>
      <dgm:spPr/>
    </dgm:pt>
    <dgm:pt modelId="{48CF91B8-720E-458A-A02D-3BDB672DDA70}" type="pres">
      <dgm:prSet presAssocID="{99BFD6A4-FC8D-48EC-9B7A-2ABBCBC0C831}" presName="rootComposite" presStyleCnt="0"/>
      <dgm:spPr/>
    </dgm:pt>
    <dgm:pt modelId="{F8C589D6-34F4-4F50-96DC-41263DD58849}" type="pres">
      <dgm:prSet presAssocID="{99BFD6A4-FC8D-48EC-9B7A-2ABBCBC0C831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086082-DAD1-403F-98CD-5B4903B2206E}" type="pres">
      <dgm:prSet presAssocID="{99BFD6A4-FC8D-48EC-9B7A-2ABBCBC0C831}" presName="rootConnector" presStyleLbl="node2" presStyleIdx="2" presStyleCnt="3"/>
      <dgm:spPr/>
      <dgm:t>
        <a:bodyPr/>
        <a:lstStyle/>
        <a:p>
          <a:endParaRPr lang="en-US"/>
        </a:p>
      </dgm:t>
    </dgm:pt>
    <dgm:pt modelId="{0A2A18FD-5A79-4833-8FB0-D02612082CE7}" type="pres">
      <dgm:prSet presAssocID="{99BFD6A4-FC8D-48EC-9B7A-2ABBCBC0C831}" presName="hierChild4" presStyleCnt="0"/>
      <dgm:spPr/>
    </dgm:pt>
    <dgm:pt modelId="{4FF6B658-EA2E-47BF-8095-C0F4A14E576F}" type="pres">
      <dgm:prSet presAssocID="{99BFD6A4-FC8D-48EC-9B7A-2ABBCBC0C831}" presName="hierChild5" presStyleCnt="0"/>
      <dgm:spPr/>
    </dgm:pt>
    <dgm:pt modelId="{9A295996-04C5-4EB4-AEC1-8D1C8BDCF4AA}" type="pres">
      <dgm:prSet presAssocID="{53ED561F-1F5F-41BA-87B1-1AAA25786C42}" presName="hierChild3" presStyleCnt="0"/>
      <dgm:spPr/>
    </dgm:pt>
  </dgm:ptLst>
  <dgm:cxnLst>
    <dgm:cxn modelId="{09F20D72-1AA8-4402-A079-93279C1129D1}" type="presOf" srcId="{99BFD6A4-FC8D-48EC-9B7A-2ABBCBC0C831}" destId="{F8C589D6-34F4-4F50-96DC-41263DD58849}" srcOrd="0" destOrd="0" presId="urn:microsoft.com/office/officeart/2005/8/layout/orgChart1"/>
    <dgm:cxn modelId="{241220B3-E86E-4820-A811-8D03BB1E71F4}" type="presOf" srcId="{7CF5FF0E-D659-4C52-B4A6-FAA706C9662A}" destId="{89FB94A4-6C89-44C7-8B66-909D0269CB9E}" srcOrd="0" destOrd="0" presId="urn:microsoft.com/office/officeart/2005/8/layout/orgChart1"/>
    <dgm:cxn modelId="{E215E1EB-4C1C-4181-AD7F-8B591A51D1C7}" type="presOf" srcId="{99BFD6A4-FC8D-48EC-9B7A-2ABBCBC0C831}" destId="{38086082-DAD1-403F-98CD-5B4903B2206E}" srcOrd="1" destOrd="0" presId="urn:microsoft.com/office/officeart/2005/8/layout/orgChart1"/>
    <dgm:cxn modelId="{FE713A38-46B2-4998-BDD7-446B180119F3}" type="presOf" srcId="{4B99B51F-B4D1-4592-9E2D-462CF12EFA3F}" destId="{5C2D476D-C660-493B-8398-56FF7AF1C526}" srcOrd="0" destOrd="0" presId="urn:microsoft.com/office/officeart/2005/8/layout/orgChart1"/>
    <dgm:cxn modelId="{529626CC-237D-4463-95AC-1A8546E76015}" srcId="{53ED561F-1F5F-41BA-87B1-1AAA25786C42}" destId="{7CF5FF0E-D659-4C52-B4A6-FAA706C9662A}" srcOrd="1" destOrd="0" parTransId="{887CDA6E-4B0B-4511-ACE3-65C94DE566C6}" sibTransId="{F9ABCF46-C86D-4EBF-9F11-ABD0B38DC02F}"/>
    <dgm:cxn modelId="{562F594F-877C-41A2-B35D-A80D2726D58D}" type="presOf" srcId="{53ED561F-1F5F-41BA-87B1-1AAA25786C42}" destId="{6A0BF89E-BABE-4A6A-99C5-14F7609D87DB}" srcOrd="1" destOrd="0" presId="urn:microsoft.com/office/officeart/2005/8/layout/orgChart1"/>
    <dgm:cxn modelId="{89088C9E-13E1-4D99-87ED-3C12F11563F2}" type="presOf" srcId="{88C60D49-1EFF-4F8D-BE33-10F6C5B11281}" destId="{BE6FD6BD-A227-4EC4-8396-FF280438C886}" srcOrd="1" destOrd="0" presId="urn:microsoft.com/office/officeart/2005/8/layout/orgChart1"/>
    <dgm:cxn modelId="{06E6F3F8-A228-4366-811A-493B8BC2AB9D}" type="presOf" srcId="{53ED561F-1F5F-41BA-87B1-1AAA25786C42}" destId="{B06BB2FC-1E98-42B9-B728-31367D6AF875}" srcOrd="0" destOrd="0" presId="urn:microsoft.com/office/officeart/2005/8/layout/orgChart1"/>
    <dgm:cxn modelId="{A170A8F1-5220-41EF-A020-09B97286A7F5}" type="presOf" srcId="{887CDA6E-4B0B-4511-ACE3-65C94DE566C6}" destId="{ED3F8464-3400-49D3-915F-C7D629AA85F6}" srcOrd="0" destOrd="0" presId="urn:microsoft.com/office/officeart/2005/8/layout/orgChart1"/>
    <dgm:cxn modelId="{33F3BCC4-F7C8-4C8D-BDB6-895375D973AC}" srcId="{53ED561F-1F5F-41BA-87B1-1AAA25786C42}" destId="{99BFD6A4-FC8D-48EC-9B7A-2ABBCBC0C831}" srcOrd="2" destOrd="0" parTransId="{86955019-870B-4E35-8354-FADC63C3C3FE}" sibTransId="{73A030BA-B15E-41DB-BE05-712FCB6FEF33}"/>
    <dgm:cxn modelId="{C394120C-BC73-4FE4-BC7C-0B3822D008B8}" srcId="{53ED561F-1F5F-41BA-87B1-1AAA25786C42}" destId="{88C60D49-1EFF-4F8D-BE33-10F6C5B11281}" srcOrd="0" destOrd="0" parTransId="{6AC8ACE0-881F-4811-A690-FE9B392CA2B2}" sibTransId="{C49AA458-4F0F-49B9-8B4F-D896063FE1BB}"/>
    <dgm:cxn modelId="{BA94D836-98DF-459C-B777-BE965157AC47}" srcId="{4B99B51F-B4D1-4592-9E2D-462CF12EFA3F}" destId="{53ED561F-1F5F-41BA-87B1-1AAA25786C42}" srcOrd="0" destOrd="0" parTransId="{59D48E90-5F33-4046-9677-4DE8E2369ECC}" sibTransId="{ACBE4C0C-818B-4490-B9B1-9C8FD6C72F32}"/>
    <dgm:cxn modelId="{69643E12-1ADE-4148-9F09-70362EAB3FCF}" type="presOf" srcId="{6AC8ACE0-881F-4811-A690-FE9B392CA2B2}" destId="{5F02A8B5-91E1-459D-B88A-1660B7971BE1}" srcOrd="0" destOrd="0" presId="urn:microsoft.com/office/officeart/2005/8/layout/orgChart1"/>
    <dgm:cxn modelId="{BD7609D6-1B2A-44E3-8DDC-81C728EC4463}" type="presOf" srcId="{7CF5FF0E-D659-4C52-B4A6-FAA706C9662A}" destId="{195DBDB5-948D-4874-A57A-8A6A1F7A90EE}" srcOrd="1" destOrd="0" presId="urn:microsoft.com/office/officeart/2005/8/layout/orgChart1"/>
    <dgm:cxn modelId="{BF0706D5-CCB2-4A22-AD0C-2948A727C32A}" type="presOf" srcId="{88C60D49-1EFF-4F8D-BE33-10F6C5B11281}" destId="{24A4CBFC-B06C-4D6D-8DFD-E8B72CCE06AA}" srcOrd="0" destOrd="0" presId="urn:microsoft.com/office/officeart/2005/8/layout/orgChart1"/>
    <dgm:cxn modelId="{28FF5C39-CFB4-4162-BB7B-D24799A52404}" type="presOf" srcId="{86955019-870B-4E35-8354-FADC63C3C3FE}" destId="{CB9D3330-4486-4A5F-AEEE-AB51BEC17CCD}" srcOrd="0" destOrd="0" presId="urn:microsoft.com/office/officeart/2005/8/layout/orgChart1"/>
    <dgm:cxn modelId="{B21175F2-A72B-4576-A2F1-377C45D2C088}" type="presParOf" srcId="{5C2D476D-C660-493B-8398-56FF7AF1C526}" destId="{71528C31-E253-4335-8381-4E9A100B0FC2}" srcOrd="0" destOrd="0" presId="urn:microsoft.com/office/officeart/2005/8/layout/orgChart1"/>
    <dgm:cxn modelId="{8CFE4163-1A33-4CE0-84C0-AC693BDF7832}" type="presParOf" srcId="{71528C31-E253-4335-8381-4E9A100B0FC2}" destId="{AD266ABB-2E47-4682-AE3E-21EB7CBFC09C}" srcOrd="0" destOrd="0" presId="urn:microsoft.com/office/officeart/2005/8/layout/orgChart1"/>
    <dgm:cxn modelId="{A679E8CB-362D-47F1-9DBD-30FA785E7964}" type="presParOf" srcId="{AD266ABB-2E47-4682-AE3E-21EB7CBFC09C}" destId="{B06BB2FC-1E98-42B9-B728-31367D6AF875}" srcOrd="0" destOrd="0" presId="urn:microsoft.com/office/officeart/2005/8/layout/orgChart1"/>
    <dgm:cxn modelId="{4E5C61C9-24E0-4C16-9C15-A620E71DA723}" type="presParOf" srcId="{AD266ABB-2E47-4682-AE3E-21EB7CBFC09C}" destId="{6A0BF89E-BABE-4A6A-99C5-14F7609D87DB}" srcOrd="1" destOrd="0" presId="urn:microsoft.com/office/officeart/2005/8/layout/orgChart1"/>
    <dgm:cxn modelId="{B4FC512C-47CC-4438-B460-DDC998E99567}" type="presParOf" srcId="{71528C31-E253-4335-8381-4E9A100B0FC2}" destId="{043D2CF1-30C5-495D-8F93-D9C0B4650235}" srcOrd="1" destOrd="0" presId="urn:microsoft.com/office/officeart/2005/8/layout/orgChart1"/>
    <dgm:cxn modelId="{EEB08C81-A36C-4DF6-A1D0-1DF1726297C4}" type="presParOf" srcId="{043D2CF1-30C5-495D-8F93-D9C0B4650235}" destId="{5F02A8B5-91E1-459D-B88A-1660B7971BE1}" srcOrd="0" destOrd="0" presId="urn:microsoft.com/office/officeart/2005/8/layout/orgChart1"/>
    <dgm:cxn modelId="{8553843E-E889-41C0-9120-A2761688C62E}" type="presParOf" srcId="{043D2CF1-30C5-495D-8F93-D9C0B4650235}" destId="{846FDB1E-0039-4F24-93FF-8A6126CF3702}" srcOrd="1" destOrd="0" presId="urn:microsoft.com/office/officeart/2005/8/layout/orgChart1"/>
    <dgm:cxn modelId="{D40BA2DD-158E-4A29-9D1C-32EE805234DD}" type="presParOf" srcId="{846FDB1E-0039-4F24-93FF-8A6126CF3702}" destId="{8124244B-41A8-4941-B7BF-399125CEAFD9}" srcOrd="0" destOrd="0" presId="urn:microsoft.com/office/officeart/2005/8/layout/orgChart1"/>
    <dgm:cxn modelId="{864B2D01-2C42-410C-9F32-EAE9ADA0380A}" type="presParOf" srcId="{8124244B-41A8-4941-B7BF-399125CEAFD9}" destId="{24A4CBFC-B06C-4D6D-8DFD-E8B72CCE06AA}" srcOrd="0" destOrd="0" presId="urn:microsoft.com/office/officeart/2005/8/layout/orgChart1"/>
    <dgm:cxn modelId="{1FBC78B4-7E44-47CB-ACC7-8BEB8F875103}" type="presParOf" srcId="{8124244B-41A8-4941-B7BF-399125CEAFD9}" destId="{BE6FD6BD-A227-4EC4-8396-FF280438C886}" srcOrd="1" destOrd="0" presId="urn:microsoft.com/office/officeart/2005/8/layout/orgChart1"/>
    <dgm:cxn modelId="{5B2E3AAB-DBD4-405D-B062-844F69B4E071}" type="presParOf" srcId="{846FDB1E-0039-4F24-93FF-8A6126CF3702}" destId="{4D80AD66-163A-46E7-AE25-E95E1EBD8E9C}" srcOrd="1" destOrd="0" presId="urn:microsoft.com/office/officeart/2005/8/layout/orgChart1"/>
    <dgm:cxn modelId="{ACECC529-B875-408A-A3C1-F746B15A8E7B}" type="presParOf" srcId="{846FDB1E-0039-4F24-93FF-8A6126CF3702}" destId="{CE151A19-B5E6-465E-8AF9-763F12989733}" srcOrd="2" destOrd="0" presId="urn:microsoft.com/office/officeart/2005/8/layout/orgChart1"/>
    <dgm:cxn modelId="{F264A04C-75ED-433F-B094-1622732D819D}" type="presParOf" srcId="{043D2CF1-30C5-495D-8F93-D9C0B4650235}" destId="{ED3F8464-3400-49D3-915F-C7D629AA85F6}" srcOrd="2" destOrd="0" presId="urn:microsoft.com/office/officeart/2005/8/layout/orgChart1"/>
    <dgm:cxn modelId="{CFDDC58B-F7A6-4650-AAA1-1D286859CF42}" type="presParOf" srcId="{043D2CF1-30C5-495D-8F93-D9C0B4650235}" destId="{0D2E454A-D62C-4C12-8525-8D8BBC60C764}" srcOrd="3" destOrd="0" presId="urn:microsoft.com/office/officeart/2005/8/layout/orgChart1"/>
    <dgm:cxn modelId="{1003C82D-1FC8-42CB-9C0C-984BC3453DC8}" type="presParOf" srcId="{0D2E454A-D62C-4C12-8525-8D8BBC60C764}" destId="{256B086B-4C92-4374-84EE-19B1F511FB5E}" srcOrd="0" destOrd="0" presId="urn:microsoft.com/office/officeart/2005/8/layout/orgChart1"/>
    <dgm:cxn modelId="{20EF2A73-2E88-47D8-A5BF-71F9F1BD97DD}" type="presParOf" srcId="{256B086B-4C92-4374-84EE-19B1F511FB5E}" destId="{89FB94A4-6C89-44C7-8B66-909D0269CB9E}" srcOrd="0" destOrd="0" presId="urn:microsoft.com/office/officeart/2005/8/layout/orgChart1"/>
    <dgm:cxn modelId="{D12EF547-FAB1-4731-B1DF-8C536F0A72CC}" type="presParOf" srcId="{256B086B-4C92-4374-84EE-19B1F511FB5E}" destId="{195DBDB5-948D-4874-A57A-8A6A1F7A90EE}" srcOrd="1" destOrd="0" presId="urn:microsoft.com/office/officeart/2005/8/layout/orgChart1"/>
    <dgm:cxn modelId="{D12432D4-048F-4F3D-AE53-A954822401DC}" type="presParOf" srcId="{0D2E454A-D62C-4C12-8525-8D8BBC60C764}" destId="{E7900369-0335-4734-B8B3-348E1FA9100E}" srcOrd="1" destOrd="0" presId="urn:microsoft.com/office/officeart/2005/8/layout/orgChart1"/>
    <dgm:cxn modelId="{68E92B80-B1EC-4E17-80BF-30AC20750D04}" type="presParOf" srcId="{0D2E454A-D62C-4C12-8525-8D8BBC60C764}" destId="{E808F2C9-90F3-4706-920E-D3D65109D15E}" srcOrd="2" destOrd="0" presId="urn:microsoft.com/office/officeart/2005/8/layout/orgChart1"/>
    <dgm:cxn modelId="{2B6B469B-83CA-4F48-A995-084EAC0B10F5}" type="presParOf" srcId="{043D2CF1-30C5-495D-8F93-D9C0B4650235}" destId="{CB9D3330-4486-4A5F-AEEE-AB51BEC17CCD}" srcOrd="4" destOrd="0" presId="urn:microsoft.com/office/officeart/2005/8/layout/orgChart1"/>
    <dgm:cxn modelId="{F9757A71-431E-49BA-A239-58A309CEB098}" type="presParOf" srcId="{043D2CF1-30C5-495D-8F93-D9C0B4650235}" destId="{2F6DAF51-2685-48F6-9DF0-382F9014A68F}" srcOrd="5" destOrd="0" presId="urn:microsoft.com/office/officeart/2005/8/layout/orgChart1"/>
    <dgm:cxn modelId="{92B3B008-7498-4F64-98D0-81E22ABBD2E7}" type="presParOf" srcId="{2F6DAF51-2685-48F6-9DF0-382F9014A68F}" destId="{48CF91B8-720E-458A-A02D-3BDB672DDA70}" srcOrd="0" destOrd="0" presId="urn:microsoft.com/office/officeart/2005/8/layout/orgChart1"/>
    <dgm:cxn modelId="{31C6380E-F0C2-42C6-ABCF-0B0BF93639A3}" type="presParOf" srcId="{48CF91B8-720E-458A-A02D-3BDB672DDA70}" destId="{F8C589D6-34F4-4F50-96DC-41263DD58849}" srcOrd="0" destOrd="0" presId="urn:microsoft.com/office/officeart/2005/8/layout/orgChart1"/>
    <dgm:cxn modelId="{94CC5411-A515-4AB7-A122-461B719C6D06}" type="presParOf" srcId="{48CF91B8-720E-458A-A02D-3BDB672DDA70}" destId="{38086082-DAD1-403F-98CD-5B4903B2206E}" srcOrd="1" destOrd="0" presId="urn:microsoft.com/office/officeart/2005/8/layout/orgChart1"/>
    <dgm:cxn modelId="{DA7D0700-82BB-49B3-813F-BF753BDDB899}" type="presParOf" srcId="{2F6DAF51-2685-48F6-9DF0-382F9014A68F}" destId="{0A2A18FD-5A79-4833-8FB0-D02612082CE7}" srcOrd="1" destOrd="0" presId="urn:microsoft.com/office/officeart/2005/8/layout/orgChart1"/>
    <dgm:cxn modelId="{C757C217-B888-41F2-B15C-1508F02C29D6}" type="presParOf" srcId="{2F6DAF51-2685-48F6-9DF0-382F9014A68F}" destId="{4FF6B658-EA2E-47BF-8095-C0F4A14E576F}" srcOrd="2" destOrd="0" presId="urn:microsoft.com/office/officeart/2005/8/layout/orgChart1"/>
    <dgm:cxn modelId="{0CB33444-FB20-4986-8F7A-73997D53E636}" type="presParOf" srcId="{71528C31-E253-4335-8381-4E9A100B0FC2}" destId="{9A295996-04C5-4EB4-AEC1-8D1C8BDCF4A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319533-171A-46D9-88BE-DB4DB4C516C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CB7BAD-5A84-4D92-BA3D-FFB5EB4FC202}">
      <dgm:prSet/>
      <dgm:spPr/>
      <dgm:t>
        <a:bodyPr/>
        <a:lstStyle/>
        <a:p>
          <a:pPr rtl="0"/>
          <a:r>
            <a:rPr lang="en-AE" dirty="0" smtClean="0"/>
            <a:t>Logical Flow Control</a:t>
          </a:r>
          <a:endParaRPr lang="en-GB" dirty="0"/>
        </a:p>
      </dgm:t>
    </dgm:pt>
    <dgm:pt modelId="{71E21858-005E-468E-80A3-8B8CE5518578}" type="parTrans" cxnId="{8C52F439-9E66-4A1B-96EB-8F2D831E806F}">
      <dgm:prSet/>
      <dgm:spPr/>
      <dgm:t>
        <a:bodyPr/>
        <a:lstStyle/>
        <a:p>
          <a:endParaRPr lang="en-US"/>
        </a:p>
      </dgm:t>
    </dgm:pt>
    <dgm:pt modelId="{BD331128-9D4E-4ED2-8409-F873E5ED61BF}" type="sibTrans" cxnId="{8C52F439-9E66-4A1B-96EB-8F2D831E806F}">
      <dgm:prSet/>
      <dgm:spPr/>
      <dgm:t>
        <a:bodyPr/>
        <a:lstStyle/>
        <a:p>
          <a:endParaRPr lang="en-US"/>
        </a:p>
      </dgm:t>
    </dgm:pt>
    <dgm:pt modelId="{BE6F41CF-9AAE-4CB6-B637-4301F849416F}">
      <dgm:prSet/>
      <dgm:spPr/>
      <dgm:t>
        <a:bodyPr/>
        <a:lstStyle/>
        <a:p>
          <a:pPr rtl="0"/>
          <a:r>
            <a:rPr lang="en-AE" smtClean="0"/>
            <a:t>Validation</a:t>
          </a:r>
          <a:endParaRPr lang="en-GB"/>
        </a:p>
      </dgm:t>
    </dgm:pt>
    <dgm:pt modelId="{CD447C67-62E8-483C-A6A1-9CCC0F35958D}" type="parTrans" cxnId="{C79EA0A2-8CFB-4074-BCB3-82B3B27E50A1}">
      <dgm:prSet/>
      <dgm:spPr/>
      <dgm:t>
        <a:bodyPr/>
        <a:lstStyle/>
        <a:p>
          <a:endParaRPr lang="en-US"/>
        </a:p>
      </dgm:t>
    </dgm:pt>
    <dgm:pt modelId="{D2B8EFE7-7A67-4DDE-8701-B7CA16BE00CE}" type="sibTrans" cxnId="{C79EA0A2-8CFB-4074-BCB3-82B3B27E50A1}">
      <dgm:prSet/>
      <dgm:spPr/>
      <dgm:t>
        <a:bodyPr/>
        <a:lstStyle/>
        <a:p>
          <a:endParaRPr lang="en-US"/>
        </a:p>
      </dgm:t>
    </dgm:pt>
    <dgm:pt modelId="{9D11276F-2744-4406-AEF3-EEFF3CC6D014}" type="pres">
      <dgm:prSet presAssocID="{8C319533-171A-46D9-88BE-DB4DB4C516C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1BEB3D3-AC89-4628-BF19-D6A5DDBF4215}" type="pres">
      <dgm:prSet presAssocID="{E6CB7BAD-5A84-4D92-BA3D-FFB5EB4FC202}" presName="hierRoot1" presStyleCnt="0">
        <dgm:presLayoutVars>
          <dgm:hierBranch val="init"/>
        </dgm:presLayoutVars>
      </dgm:prSet>
      <dgm:spPr/>
    </dgm:pt>
    <dgm:pt modelId="{B8AD3F2D-E098-4995-B82C-B16AAC94860B}" type="pres">
      <dgm:prSet presAssocID="{E6CB7BAD-5A84-4D92-BA3D-FFB5EB4FC202}" presName="rootComposite1" presStyleCnt="0"/>
      <dgm:spPr/>
    </dgm:pt>
    <dgm:pt modelId="{5230DA8B-8D62-44F2-8064-717AED73156B}" type="pres">
      <dgm:prSet presAssocID="{E6CB7BAD-5A84-4D92-BA3D-FFB5EB4FC202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D42A9FA-B496-47D7-B45D-4AAAF248B921}" type="pres">
      <dgm:prSet presAssocID="{E6CB7BAD-5A84-4D92-BA3D-FFB5EB4FC202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E9023E9-2CCD-4CCA-A2DC-10C9CB5292F9}" type="pres">
      <dgm:prSet presAssocID="{E6CB7BAD-5A84-4D92-BA3D-FFB5EB4FC202}" presName="hierChild2" presStyleCnt="0"/>
      <dgm:spPr/>
    </dgm:pt>
    <dgm:pt modelId="{3436D464-3C13-4B0A-AE9F-8271533132B7}" type="pres">
      <dgm:prSet presAssocID="{CD447C67-62E8-483C-A6A1-9CCC0F35958D}" presName="Name37" presStyleLbl="parChTrans1D2" presStyleIdx="0" presStyleCnt="1"/>
      <dgm:spPr/>
      <dgm:t>
        <a:bodyPr/>
        <a:lstStyle/>
        <a:p>
          <a:endParaRPr lang="en-US"/>
        </a:p>
      </dgm:t>
    </dgm:pt>
    <dgm:pt modelId="{E6D18573-8506-4B80-94B3-F0668EE9BDB3}" type="pres">
      <dgm:prSet presAssocID="{BE6F41CF-9AAE-4CB6-B637-4301F849416F}" presName="hierRoot2" presStyleCnt="0">
        <dgm:presLayoutVars>
          <dgm:hierBranch val="init"/>
        </dgm:presLayoutVars>
      </dgm:prSet>
      <dgm:spPr/>
    </dgm:pt>
    <dgm:pt modelId="{3A4DD88D-88CF-4DED-AED3-75EE8C7640E4}" type="pres">
      <dgm:prSet presAssocID="{BE6F41CF-9AAE-4CB6-B637-4301F849416F}" presName="rootComposite" presStyleCnt="0"/>
      <dgm:spPr/>
    </dgm:pt>
    <dgm:pt modelId="{1608D44C-6AEB-42FE-840D-2D1820F0FE08}" type="pres">
      <dgm:prSet presAssocID="{BE6F41CF-9AAE-4CB6-B637-4301F849416F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CE774F-0753-4C10-8247-83264F48655F}" type="pres">
      <dgm:prSet presAssocID="{BE6F41CF-9AAE-4CB6-B637-4301F849416F}" presName="rootConnector" presStyleLbl="node2" presStyleIdx="0" presStyleCnt="1"/>
      <dgm:spPr/>
      <dgm:t>
        <a:bodyPr/>
        <a:lstStyle/>
        <a:p>
          <a:endParaRPr lang="en-US"/>
        </a:p>
      </dgm:t>
    </dgm:pt>
    <dgm:pt modelId="{EF9CBEF2-5140-4A07-8B26-F390C2D950E3}" type="pres">
      <dgm:prSet presAssocID="{BE6F41CF-9AAE-4CB6-B637-4301F849416F}" presName="hierChild4" presStyleCnt="0"/>
      <dgm:spPr/>
    </dgm:pt>
    <dgm:pt modelId="{E8FE2000-99EC-4EC8-A23B-90B302E5CB6E}" type="pres">
      <dgm:prSet presAssocID="{BE6F41CF-9AAE-4CB6-B637-4301F849416F}" presName="hierChild5" presStyleCnt="0"/>
      <dgm:spPr/>
    </dgm:pt>
    <dgm:pt modelId="{E2039CE5-17C1-4DAA-88FB-B57DFE0D3B0C}" type="pres">
      <dgm:prSet presAssocID="{E6CB7BAD-5A84-4D92-BA3D-FFB5EB4FC202}" presName="hierChild3" presStyleCnt="0"/>
      <dgm:spPr/>
    </dgm:pt>
  </dgm:ptLst>
  <dgm:cxnLst>
    <dgm:cxn modelId="{C79EA0A2-8CFB-4074-BCB3-82B3B27E50A1}" srcId="{E6CB7BAD-5A84-4D92-BA3D-FFB5EB4FC202}" destId="{BE6F41CF-9AAE-4CB6-B637-4301F849416F}" srcOrd="0" destOrd="0" parTransId="{CD447C67-62E8-483C-A6A1-9CCC0F35958D}" sibTransId="{D2B8EFE7-7A67-4DDE-8701-B7CA16BE00CE}"/>
    <dgm:cxn modelId="{45B56245-3868-406F-8CB7-21603E77BD8F}" type="presOf" srcId="{BE6F41CF-9AAE-4CB6-B637-4301F849416F}" destId="{96CE774F-0753-4C10-8247-83264F48655F}" srcOrd="1" destOrd="0" presId="urn:microsoft.com/office/officeart/2005/8/layout/orgChart1"/>
    <dgm:cxn modelId="{53C10E09-F98B-4902-A482-E34F53533EED}" type="presOf" srcId="{E6CB7BAD-5A84-4D92-BA3D-FFB5EB4FC202}" destId="{AD42A9FA-B496-47D7-B45D-4AAAF248B921}" srcOrd="1" destOrd="0" presId="urn:microsoft.com/office/officeart/2005/8/layout/orgChart1"/>
    <dgm:cxn modelId="{7A6C31DF-737C-45E5-BA3B-537E39FC8B23}" type="presOf" srcId="{BE6F41CF-9AAE-4CB6-B637-4301F849416F}" destId="{1608D44C-6AEB-42FE-840D-2D1820F0FE08}" srcOrd="0" destOrd="0" presId="urn:microsoft.com/office/officeart/2005/8/layout/orgChart1"/>
    <dgm:cxn modelId="{A81157B5-A1D4-43B7-B9A5-FC1D007EB908}" type="presOf" srcId="{8C319533-171A-46D9-88BE-DB4DB4C516CA}" destId="{9D11276F-2744-4406-AEF3-EEFF3CC6D014}" srcOrd="0" destOrd="0" presId="urn:microsoft.com/office/officeart/2005/8/layout/orgChart1"/>
    <dgm:cxn modelId="{4A7310BB-EABE-4564-B14B-32EB8080AFA1}" type="presOf" srcId="{E6CB7BAD-5A84-4D92-BA3D-FFB5EB4FC202}" destId="{5230DA8B-8D62-44F2-8064-717AED73156B}" srcOrd="0" destOrd="0" presId="urn:microsoft.com/office/officeart/2005/8/layout/orgChart1"/>
    <dgm:cxn modelId="{8C52F439-9E66-4A1B-96EB-8F2D831E806F}" srcId="{8C319533-171A-46D9-88BE-DB4DB4C516CA}" destId="{E6CB7BAD-5A84-4D92-BA3D-FFB5EB4FC202}" srcOrd="0" destOrd="0" parTransId="{71E21858-005E-468E-80A3-8B8CE5518578}" sibTransId="{BD331128-9D4E-4ED2-8409-F873E5ED61BF}"/>
    <dgm:cxn modelId="{A29FA575-9AD5-47F5-848B-5E2B2631290E}" type="presOf" srcId="{CD447C67-62E8-483C-A6A1-9CCC0F35958D}" destId="{3436D464-3C13-4B0A-AE9F-8271533132B7}" srcOrd="0" destOrd="0" presId="urn:microsoft.com/office/officeart/2005/8/layout/orgChart1"/>
    <dgm:cxn modelId="{DDC0788D-3156-4A4B-87A8-D235FDFC6E2C}" type="presParOf" srcId="{9D11276F-2744-4406-AEF3-EEFF3CC6D014}" destId="{E1BEB3D3-AC89-4628-BF19-D6A5DDBF4215}" srcOrd="0" destOrd="0" presId="urn:microsoft.com/office/officeart/2005/8/layout/orgChart1"/>
    <dgm:cxn modelId="{545443B1-465F-49C1-BD7C-2A1182FC6C14}" type="presParOf" srcId="{E1BEB3D3-AC89-4628-BF19-D6A5DDBF4215}" destId="{B8AD3F2D-E098-4995-B82C-B16AAC94860B}" srcOrd="0" destOrd="0" presId="urn:microsoft.com/office/officeart/2005/8/layout/orgChart1"/>
    <dgm:cxn modelId="{99E2E8F2-58EE-4851-A3AC-012C4C1F00B5}" type="presParOf" srcId="{B8AD3F2D-E098-4995-B82C-B16AAC94860B}" destId="{5230DA8B-8D62-44F2-8064-717AED73156B}" srcOrd="0" destOrd="0" presId="urn:microsoft.com/office/officeart/2005/8/layout/orgChart1"/>
    <dgm:cxn modelId="{8B1CCF3E-34BD-4B4F-B33C-C6500FE8C35E}" type="presParOf" srcId="{B8AD3F2D-E098-4995-B82C-B16AAC94860B}" destId="{AD42A9FA-B496-47D7-B45D-4AAAF248B921}" srcOrd="1" destOrd="0" presId="urn:microsoft.com/office/officeart/2005/8/layout/orgChart1"/>
    <dgm:cxn modelId="{B4DD702F-E665-470C-A355-C6CBAC638137}" type="presParOf" srcId="{E1BEB3D3-AC89-4628-BF19-D6A5DDBF4215}" destId="{9E9023E9-2CCD-4CCA-A2DC-10C9CB5292F9}" srcOrd="1" destOrd="0" presId="urn:microsoft.com/office/officeart/2005/8/layout/orgChart1"/>
    <dgm:cxn modelId="{0365E5B2-F71F-4DEB-979F-DD9DB4045AE7}" type="presParOf" srcId="{9E9023E9-2CCD-4CCA-A2DC-10C9CB5292F9}" destId="{3436D464-3C13-4B0A-AE9F-8271533132B7}" srcOrd="0" destOrd="0" presId="urn:microsoft.com/office/officeart/2005/8/layout/orgChart1"/>
    <dgm:cxn modelId="{6AC2D7CD-FAED-4796-A840-028CB9335364}" type="presParOf" srcId="{9E9023E9-2CCD-4CCA-A2DC-10C9CB5292F9}" destId="{E6D18573-8506-4B80-94B3-F0668EE9BDB3}" srcOrd="1" destOrd="0" presId="urn:microsoft.com/office/officeart/2005/8/layout/orgChart1"/>
    <dgm:cxn modelId="{C247566A-DCE5-4D99-AB2A-7E96EDC6FB87}" type="presParOf" srcId="{E6D18573-8506-4B80-94B3-F0668EE9BDB3}" destId="{3A4DD88D-88CF-4DED-AED3-75EE8C7640E4}" srcOrd="0" destOrd="0" presId="urn:microsoft.com/office/officeart/2005/8/layout/orgChart1"/>
    <dgm:cxn modelId="{3B2D2F59-BDEC-4C60-9292-9F0D0188807B}" type="presParOf" srcId="{3A4DD88D-88CF-4DED-AED3-75EE8C7640E4}" destId="{1608D44C-6AEB-42FE-840D-2D1820F0FE08}" srcOrd="0" destOrd="0" presId="urn:microsoft.com/office/officeart/2005/8/layout/orgChart1"/>
    <dgm:cxn modelId="{E99DC5BF-78CC-4E56-BD29-D2DDA037E033}" type="presParOf" srcId="{3A4DD88D-88CF-4DED-AED3-75EE8C7640E4}" destId="{96CE774F-0753-4C10-8247-83264F48655F}" srcOrd="1" destOrd="0" presId="urn:microsoft.com/office/officeart/2005/8/layout/orgChart1"/>
    <dgm:cxn modelId="{DFACDB0B-C8C6-4275-91B3-953FCE538BA0}" type="presParOf" srcId="{E6D18573-8506-4B80-94B3-F0668EE9BDB3}" destId="{EF9CBEF2-5140-4A07-8B26-F390C2D950E3}" srcOrd="1" destOrd="0" presId="urn:microsoft.com/office/officeart/2005/8/layout/orgChart1"/>
    <dgm:cxn modelId="{D5442CF9-6413-4966-8357-57AA5603C62A}" type="presParOf" srcId="{E6D18573-8506-4B80-94B3-F0668EE9BDB3}" destId="{E8FE2000-99EC-4EC8-A23B-90B302E5CB6E}" srcOrd="2" destOrd="0" presId="urn:microsoft.com/office/officeart/2005/8/layout/orgChart1"/>
    <dgm:cxn modelId="{941C9A49-E806-478D-A8E3-8851E56CF0B0}" type="presParOf" srcId="{E1BEB3D3-AC89-4628-BF19-D6A5DDBF4215}" destId="{E2039CE5-17C1-4DAA-88FB-B57DFE0D3B0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7E84E99-9A89-41D6-B68C-5686745184C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DC292F-8664-4520-95AF-4A3A9FF076D1}">
      <dgm:prSet/>
      <dgm:spPr/>
      <dgm:t>
        <a:bodyPr/>
        <a:lstStyle/>
        <a:p>
          <a:pPr rtl="0"/>
          <a:r>
            <a:rPr lang="en-AE" dirty="0" smtClean="0"/>
            <a:t>Memory Addressing</a:t>
          </a:r>
          <a:endParaRPr lang="en-GB" dirty="0"/>
        </a:p>
      </dgm:t>
    </dgm:pt>
    <dgm:pt modelId="{E794C17F-C615-4873-B250-EC1F72756AC2}" type="parTrans" cxnId="{A54AEBDC-1E21-4F5B-AFF2-F773E13CFA6A}">
      <dgm:prSet/>
      <dgm:spPr/>
      <dgm:t>
        <a:bodyPr/>
        <a:lstStyle/>
        <a:p>
          <a:endParaRPr lang="en-US"/>
        </a:p>
      </dgm:t>
    </dgm:pt>
    <dgm:pt modelId="{C5E62591-E568-43AF-AEE0-41D76331E83B}" type="sibTrans" cxnId="{A54AEBDC-1E21-4F5B-AFF2-F773E13CFA6A}">
      <dgm:prSet/>
      <dgm:spPr/>
      <dgm:t>
        <a:bodyPr/>
        <a:lstStyle/>
        <a:p>
          <a:endParaRPr lang="en-US"/>
        </a:p>
      </dgm:t>
    </dgm:pt>
    <dgm:pt modelId="{267FCB21-E61C-47A7-8DE3-1880C76B688C}">
      <dgm:prSet/>
      <dgm:spPr/>
      <dgm:t>
        <a:bodyPr/>
        <a:lstStyle/>
        <a:p>
          <a:pPr rtl="0"/>
          <a:r>
            <a:rPr lang="en-AE" smtClean="0"/>
            <a:t>Access Account Data</a:t>
          </a:r>
          <a:endParaRPr lang="en-GB"/>
        </a:p>
      </dgm:t>
    </dgm:pt>
    <dgm:pt modelId="{50D3A8CD-8264-4E02-86B9-9A17F36F524E}" type="parTrans" cxnId="{5F99F0A3-1BD0-4174-8D29-08A7E66623CE}">
      <dgm:prSet/>
      <dgm:spPr/>
      <dgm:t>
        <a:bodyPr/>
        <a:lstStyle/>
        <a:p>
          <a:endParaRPr lang="en-US"/>
        </a:p>
      </dgm:t>
    </dgm:pt>
    <dgm:pt modelId="{0C855E0C-7F81-4920-9709-4246BC8FE347}" type="sibTrans" cxnId="{5F99F0A3-1BD0-4174-8D29-08A7E66623CE}">
      <dgm:prSet/>
      <dgm:spPr/>
      <dgm:t>
        <a:bodyPr/>
        <a:lstStyle/>
        <a:p>
          <a:endParaRPr lang="en-US"/>
        </a:p>
      </dgm:t>
    </dgm:pt>
    <dgm:pt modelId="{45A66D58-C976-4350-BEA4-D44E413BE8AF}">
      <dgm:prSet/>
      <dgm:spPr/>
      <dgm:t>
        <a:bodyPr/>
        <a:lstStyle/>
        <a:p>
          <a:pPr rtl="0"/>
          <a:r>
            <a:rPr lang="en-AE" dirty="0" smtClean="0"/>
            <a:t>Update Balances</a:t>
          </a:r>
          <a:endParaRPr lang="en-GB" dirty="0"/>
        </a:p>
      </dgm:t>
    </dgm:pt>
    <dgm:pt modelId="{4D204B06-36AF-410B-9DEB-67F7BAA0DC33}" type="parTrans" cxnId="{85F49BDF-D367-4110-9352-818FC8E52441}">
      <dgm:prSet/>
      <dgm:spPr/>
      <dgm:t>
        <a:bodyPr/>
        <a:lstStyle/>
        <a:p>
          <a:endParaRPr lang="en-US"/>
        </a:p>
      </dgm:t>
    </dgm:pt>
    <dgm:pt modelId="{A9A0DB1F-E260-43F5-89FD-201F0E6B383D}" type="sibTrans" cxnId="{85F49BDF-D367-4110-9352-818FC8E52441}">
      <dgm:prSet/>
      <dgm:spPr/>
      <dgm:t>
        <a:bodyPr/>
        <a:lstStyle/>
        <a:p>
          <a:endParaRPr lang="en-US"/>
        </a:p>
      </dgm:t>
    </dgm:pt>
    <dgm:pt modelId="{D723E871-B76D-4765-AF8E-727C0830CAA5}" type="pres">
      <dgm:prSet presAssocID="{D7E84E99-9A89-41D6-B68C-5686745184C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D4C7181-90A2-4233-97CE-F45104C91F47}" type="pres">
      <dgm:prSet presAssocID="{8BDC292F-8664-4520-95AF-4A3A9FF076D1}" presName="hierRoot1" presStyleCnt="0">
        <dgm:presLayoutVars>
          <dgm:hierBranch val="init"/>
        </dgm:presLayoutVars>
      </dgm:prSet>
      <dgm:spPr/>
    </dgm:pt>
    <dgm:pt modelId="{641EF643-68EE-425E-B049-BFE7E5958C59}" type="pres">
      <dgm:prSet presAssocID="{8BDC292F-8664-4520-95AF-4A3A9FF076D1}" presName="rootComposite1" presStyleCnt="0"/>
      <dgm:spPr/>
    </dgm:pt>
    <dgm:pt modelId="{E0800C70-CC71-418A-AA8F-7F2399ED7EF9}" type="pres">
      <dgm:prSet presAssocID="{8BDC292F-8664-4520-95AF-4A3A9FF076D1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04965E-ED6F-4168-9330-8D59B09CB20B}" type="pres">
      <dgm:prSet presAssocID="{8BDC292F-8664-4520-95AF-4A3A9FF076D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F96E3A18-B911-4194-A84B-CAD6A7D342A0}" type="pres">
      <dgm:prSet presAssocID="{8BDC292F-8664-4520-95AF-4A3A9FF076D1}" presName="hierChild2" presStyleCnt="0"/>
      <dgm:spPr/>
    </dgm:pt>
    <dgm:pt modelId="{3460653F-FC3A-4F83-AF07-5FB17582AA49}" type="pres">
      <dgm:prSet presAssocID="{50D3A8CD-8264-4E02-86B9-9A17F36F524E}" presName="Name37" presStyleLbl="parChTrans1D2" presStyleIdx="0" presStyleCnt="2"/>
      <dgm:spPr/>
      <dgm:t>
        <a:bodyPr/>
        <a:lstStyle/>
        <a:p>
          <a:endParaRPr lang="en-US"/>
        </a:p>
      </dgm:t>
    </dgm:pt>
    <dgm:pt modelId="{B8497A97-8958-43BF-8A11-AED99C692A23}" type="pres">
      <dgm:prSet presAssocID="{267FCB21-E61C-47A7-8DE3-1880C76B688C}" presName="hierRoot2" presStyleCnt="0">
        <dgm:presLayoutVars>
          <dgm:hierBranch val="init"/>
        </dgm:presLayoutVars>
      </dgm:prSet>
      <dgm:spPr/>
    </dgm:pt>
    <dgm:pt modelId="{944C70D5-0F0A-4564-AE2B-9527106D9E81}" type="pres">
      <dgm:prSet presAssocID="{267FCB21-E61C-47A7-8DE3-1880C76B688C}" presName="rootComposite" presStyleCnt="0"/>
      <dgm:spPr/>
    </dgm:pt>
    <dgm:pt modelId="{1A32B264-4D09-46A9-8B29-9911F781648C}" type="pres">
      <dgm:prSet presAssocID="{267FCB21-E61C-47A7-8DE3-1880C76B688C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F9D2726-1A27-4BA6-8F9B-7475CF610B69}" type="pres">
      <dgm:prSet presAssocID="{267FCB21-E61C-47A7-8DE3-1880C76B688C}" presName="rootConnector" presStyleLbl="node2" presStyleIdx="0" presStyleCnt="2"/>
      <dgm:spPr/>
      <dgm:t>
        <a:bodyPr/>
        <a:lstStyle/>
        <a:p>
          <a:endParaRPr lang="en-US"/>
        </a:p>
      </dgm:t>
    </dgm:pt>
    <dgm:pt modelId="{EFD0B582-29A1-491B-A9AB-A85DDD4E52BC}" type="pres">
      <dgm:prSet presAssocID="{267FCB21-E61C-47A7-8DE3-1880C76B688C}" presName="hierChild4" presStyleCnt="0"/>
      <dgm:spPr/>
    </dgm:pt>
    <dgm:pt modelId="{1856AD4C-A12A-48CA-A1AE-3CC87CE30B62}" type="pres">
      <dgm:prSet presAssocID="{267FCB21-E61C-47A7-8DE3-1880C76B688C}" presName="hierChild5" presStyleCnt="0"/>
      <dgm:spPr/>
    </dgm:pt>
    <dgm:pt modelId="{D94B6688-7CD5-438E-BD24-2F038F01F02F}" type="pres">
      <dgm:prSet presAssocID="{4D204B06-36AF-410B-9DEB-67F7BAA0DC33}" presName="Name37" presStyleLbl="parChTrans1D2" presStyleIdx="1" presStyleCnt="2"/>
      <dgm:spPr/>
      <dgm:t>
        <a:bodyPr/>
        <a:lstStyle/>
        <a:p>
          <a:endParaRPr lang="en-US"/>
        </a:p>
      </dgm:t>
    </dgm:pt>
    <dgm:pt modelId="{FC6C7C81-ED75-4CE4-86DD-B66FE0681EAA}" type="pres">
      <dgm:prSet presAssocID="{45A66D58-C976-4350-BEA4-D44E413BE8AF}" presName="hierRoot2" presStyleCnt="0">
        <dgm:presLayoutVars>
          <dgm:hierBranch val="init"/>
        </dgm:presLayoutVars>
      </dgm:prSet>
      <dgm:spPr/>
    </dgm:pt>
    <dgm:pt modelId="{85BDA81F-86E4-41FA-86F0-10E0B27D43B6}" type="pres">
      <dgm:prSet presAssocID="{45A66D58-C976-4350-BEA4-D44E413BE8AF}" presName="rootComposite" presStyleCnt="0"/>
      <dgm:spPr/>
    </dgm:pt>
    <dgm:pt modelId="{FBE3E77A-9998-44B4-B29F-8EDCB952D16E}" type="pres">
      <dgm:prSet presAssocID="{45A66D58-C976-4350-BEA4-D44E413BE8AF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86DDBEA-724F-4755-B8A9-D5F07551E691}" type="pres">
      <dgm:prSet presAssocID="{45A66D58-C976-4350-BEA4-D44E413BE8AF}" presName="rootConnector" presStyleLbl="node2" presStyleIdx="1" presStyleCnt="2"/>
      <dgm:spPr/>
      <dgm:t>
        <a:bodyPr/>
        <a:lstStyle/>
        <a:p>
          <a:endParaRPr lang="en-US"/>
        </a:p>
      </dgm:t>
    </dgm:pt>
    <dgm:pt modelId="{52FBF759-C013-429D-BA76-99F21BCB7710}" type="pres">
      <dgm:prSet presAssocID="{45A66D58-C976-4350-BEA4-D44E413BE8AF}" presName="hierChild4" presStyleCnt="0"/>
      <dgm:spPr/>
    </dgm:pt>
    <dgm:pt modelId="{D43554CB-E9E0-4E9F-B956-320FBAC66CDC}" type="pres">
      <dgm:prSet presAssocID="{45A66D58-C976-4350-BEA4-D44E413BE8AF}" presName="hierChild5" presStyleCnt="0"/>
      <dgm:spPr/>
    </dgm:pt>
    <dgm:pt modelId="{61DCF8F0-F95B-4EDF-9C90-4F733D1B7851}" type="pres">
      <dgm:prSet presAssocID="{8BDC292F-8664-4520-95AF-4A3A9FF076D1}" presName="hierChild3" presStyleCnt="0"/>
      <dgm:spPr/>
    </dgm:pt>
  </dgm:ptLst>
  <dgm:cxnLst>
    <dgm:cxn modelId="{94E47B09-0337-482D-88D2-184138818166}" type="presOf" srcId="{267FCB21-E61C-47A7-8DE3-1880C76B688C}" destId="{1A32B264-4D09-46A9-8B29-9911F781648C}" srcOrd="0" destOrd="0" presId="urn:microsoft.com/office/officeart/2005/8/layout/orgChart1"/>
    <dgm:cxn modelId="{5F99F0A3-1BD0-4174-8D29-08A7E66623CE}" srcId="{8BDC292F-8664-4520-95AF-4A3A9FF076D1}" destId="{267FCB21-E61C-47A7-8DE3-1880C76B688C}" srcOrd="0" destOrd="0" parTransId="{50D3A8CD-8264-4E02-86B9-9A17F36F524E}" sibTransId="{0C855E0C-7F81-4920-9709-4246BC8FE347}"/>
    <dgm:cxn modelId="{A54AEBDC-1E21-4F5B-AFF2-F773E13CFA6A}" srcId="{D7E84E99-9A89-41D6-B68C-5686745184C9}" destId="{8BDC292F-8664-4520-95AF-4A3A9FF076D1}" srcOrd="0" destOrd="0" parTransId="{E794C17F-C615-4873-B250-EC1F72756AC2}" sibTransId="{C5E62591-E568-43AF-AEE0-41D76331E83B}"/>
    <dgm:cxn modelId="{814AFD9A-55F5-47BE-8317-D29757CEDBB3}" type="presOf" srcId="{50D3A8CD-8264-4E02-86B9-9A17F36F524E}" destId="{3460653F-FC3A-4F83-AF07-5FB17582AA49}" srcOrd="0" destOrd="0" presId="urn:microsoft.com/office/officeart/2005/8/layout/orgChart1"/>
    <dgm:cxn modelId="{B3D5DF9A-E43F-4BAB-BC2C-F384F7F206F6}" type="presOf" srcId="{8BDC292F-8664-4520-95AF-4A3A9FF076D1}" destId="{E0800C70-CC71-418A-AA8F-7F2399ED7EF9}" srcOrd="0" destOrd="0" presId="urn:microsoft.com/office/officeart/2005/8/layout/orgChart1"/>
    <dgm:cxn modelId="{72B40C78-7170-4FCB-97DC-A5D921F94BBB}" type="presOf" srcId="{D7E84E99-9A89-41D6-B68C-5686745184C9}" destId="{D723E871-B76D-4765-AF8E-727C0830CAA5}" srcOrd="0" destOrd="0" presId="urn:microsoft.com/office/officeart/2005/8/layout/orgChart1"/>
    <dgm:cxn modelId="{C6BCA21E-43B9-47E7-8953-E0AAE14F1E49}" type="presOf" srcId="{4D204B06-36AF-410B-9DEB-67F7BAA0DC33}" destId="{D94B6688-7CD5-438E-BD24-2F038F01F02F}" srcOrd="0" destOrd="0" presId="urn:microsoft.com/office/officeart/2005/8/layout/orgChart1"/>
    <dgm:cxn modelId="{F3158A97-802A-4D9B-B09B-AB5A38265CBA}" type="presOf" srcId="{45A66D58-C976-4350-BEA4-D44E413BE8AF}" destId="{FBE3E77A-9998-44B4-B29F-8EDCB952D16E}" srcOrd="0" destOrd="0" presId="urn:microsoft.com/office/officeart/2005/8/layout/orgChart1"/>
    <dgm:cxn modelId="{78AC4F51-B1AD-4827-8984-4109F21D8365}" type="presOf" srcId="{267FCB21-E61C-47A7-8DE3-1880C76B688C}" destId="{3F9D2726-1A27-4BA6-8F9B-7475CF610B69}" srcOrd="1" destOrd="0" presId="urn:microsoft.com/office/officeart/2005/8/layout/orgChart1"/>
    <dgm:cxn modelId="{17709778-2B5A-4520-B1A3-D60FFCFE1878}" type="presOf" srcId="{45A66D58-C976-4350-BEA4-D44E413BE8AF}" destId="{B86DDBEA-724F-4755-B8A9-D5F07551E691}" srcOrd="1" destOrd="0" presId="urn:microsoft.com/office/officeart/2005/8/layout/orgChart1"/>
    <dgm:cxn modelId="{85F49BDF-D367-4110-9352-818FC8E52441}" srcId="{8BDC292F-8664-4520-95AF-4A3A9FF076D1}" destId="{45A66D58-C976-4350-BEA4-D44E413BE8AF}" srcOrd="1" destOrd="0" parTransId="{4D204B06-36AF-410B-9DEB-67F7BAA0DC33}" sibTransId="{A9A0DB1F-E260-43F5-89FD-201F0E6B383D}"/>
    <dgm:cxn modelId="{0F8F2DED-BE4C-493A-A1BA-16AC44DC759A}" type="presOf" srcId="{8BDC292F-8664-4520-95AF-4A3A9FF076D1}" destId="{F704965E-ED6F-4168-9330-8D59B09CB20B}" srcOrd="1" destOrd="0" presId="urn:microsoft.com/office/officeart/2005/8/layout/orgChart1"/>
    <dgm:cxn modelId="{1675FADF-0C64-4A52-842D-44451400B678}" type="presParOf" srcId="{D723E871-B76D-4765-AF8E-727C0830CAA5}" destId="{5D4C7181-90A2-4233-97CE-F45104C91F47}" srcOrd="0" destOrd="0" presId="urn:microsoft.com/office/officeart/2005/8/layout/orgChart1"/>
    <dgm:cxn modelId="{271B6FC4-8C6F-4792-B71F-B462A4A844D1}" type="presParOf" srcId="{5D4C7181-90A2-4233-97CE-F45104C91F47}" destId="{641EF643-68EE-425E-B049-BFE7E5958C59}" srcOrd="0" destOrd="0" presId="urn:microsoft.com/office/officeart/2005/8/layout/orgChart1"/>
    <dgm:cxn modelId="{08253291-4205-49BE-A971-8F2395FCFDB1}" type="presParOf" srcId="{641EF643-68EE-425E-B049-BFE7E5958C59}" destId="{E0800C70-CC71-418A-AA8F-7F2399ED7EF9}" srcOrd="0" destOrd="0" presId="urn:microsoft.com/office/officeart/2005/8/layout/orgChart1"/>
    <dgm:cxn modelId="{3DC7865A-5E6F-4EC5-A300-575B13ADC1C9}" type="presParOf" srcId="{641EF643-68EE-425E-B049-BFE7E5958C59}" destId="{F704965E-ED6F-4168-9330-8D59B09CB20B}" srcOrd="1" destOrd="0" presId="urn:microsoft.com/office/officeart/2005/8/layout/orgChart1"/>
    <dgm:cxn modelId="{E69CCFF6-E62D-461E-B301-F12629443C62}" type="presParOf" srcId="{5D4C7181-90A2-4233-97CE-F45104C91F47}" destId="{F96E3A18-B911-4194-A84B-CAD6A7D342A0}" srcOrd="1" destOrd="0" presId="urn:microsoft.com/office/officeart/2005/8/layout/orgChart1"/>
    <dgm:cxn modelId="{AE7702D0-CEED-448A-918C-D6715EC5C117}" type="presParOf" srcId="{F96E3A18-B911-4194-A84B-CAD6A7D342A0}" destId="{3460653F-FC3A-4F83-AF07-5FB17582AA49}" srcOrd="0" destOrd="0" presId="urn:microsoft.com/office/officeart/2005/8/layout/orgChart1"/>
    <dgm:cxn modelId="{FA384089-50CC-4979-9F59-A2F432D6B36B}" type="presParOf" srcId="{F96E3A18-B911-4194-A84B-CAD6A7D342A0}" destId="{B8497A97-8958-43BF-8A11-AED99C692A23}" srcOrd="1" destOrd="0" presId="urn:microsoft.com/office/officeart/2005/8/layout/orgChart1"/>
    <dgm:cxn modelId="{DC9626C6-F569-47A6-9D74-BBED102F4DE4}" type="presParOf" srcId="{B8497A97-8958-43BF-8A11-AED99C692A23}" destId="{944C70D5-0F0A-4564-AE2B-9527106D9E81}" srcOrd="0" destOrd="0" presId="urn:microsoft.com/office/officeart/2005/8/layout/orgChart1"/>
    <dgm:cxn modelId="{D53F9474-3861-4438-B37F-805D4B35471D}" type="presParOf" srcId="{944C70D5-0F0A-4564-AE2B-9527106D9E81}" destId="{1A32B264-4D09-46A9-8B29-9911F781648C}" srcOrd="0" destOrd="0" presId="urn:microsoft.com/office/officeart/2005/8/layout/orgChart1"/>
    <dgm:cxn modelId="{D4D888A1-F73F-42A9-838B-5E003DE5069A}" type="presParOf" srcId="{944C70D5-0F0A-4564-AE2B-9527106D9E81}" destId="{3F9D2726-1A27-4BA6-8F9B-7475CF610B69}" srcOrd="1" destOrd="0" presId="urn:microsoft.com/office/officeart/2005/8/layout/orgChart1"/>
    <dgm:cxn modelId="{EC791A6D-5E35-46F1-A040-E4CAC7D6DDA3}" type="presParOf" srcId="{B8497A97-8958-43BF-8A11-AED99C692A23}" destId="{EFD0B582-29A1-491B-A9AB-A85DDD4E52BC}" srcOrd="1" destOrd="0" presId="urn:microsoft.com/office/officeart/2005/8/layout/orgChart1"/>
    <dgm:cxn modelId="{36EAEEFC-D898-4EB0-AB85-616712316286}" type="presParOf" srcId="{B8497A97-8958-43BF-8A11-AED99C692A23}" destId="{1856AD4C-A12A-48CA-A1AE-3CC87CE30B62}" srcOrd="2" destOrd="0" presId="urn:microsoft.com/office/officeart/2005/8/layout/orgChart1"/>
    <dgm:cxn modelId="{065B3A0D-FEAF-4D35-88A4-92B64FB72F8D}" type="presParOf" srcId="{F96E3A18-B911-4194-A84B-CAD6A7D342A0}" destId="{D94B6688-7CD5-438E-BD24-2F038F01F02F}" srcOrd="2" destOrd="0" presId="urn:microsoft.com/office/officeart/2005/8/layout/orgChart1"/>
    <dgm:cxn modelId="{4A46B2C6-1DF8-4C72-AB8F-2B0DDDC94093}" type="presParOf" srcId="{F96E3A18-B911-4194-A84B-CAD6A7D342A0}" destId="{FC6C7C81-ED75-4CE4-86DD-B66FE0681EAA}" srcOrd="3" destOrd="0" presId="urn:microsoft.com/office/officeart/2005/8/layout/orgChart1"/>
    <dgm:cxn modelId="{5B7B0F84-2FC6-4A5F-9039-A50227488364}" type="presParOf" srcId="{FC6C7C81-ED75-4CE4-86DD-B66FE0681EAA}" destId="{85BDA81F-86E4-41FA-86F0-10E0B27D43B6}" srcOrd="0" destOrd="0" presId="urn:microsoft.com/office/officeart/2005/8/layout/orgChart1"/>
    <dgm:cxn modelId="{CF4F862D-F9EC-4F4A-AFD5-67715E7932C9}" type="presParOf" srcId="{85BDA81F-86E4-41FA-86F0-10E0B27D43B6}" destId="{FBE3E77A-9998-44B4-B29F-8EDCB952D16E}" srcOrd="0" destOrd="0" presId="urn:microsoft.com/office/officeart/2005/8/layout/orgChart1"/>
    <dgm:cxn modelId="{B303C955-A8A2-45A3-9696-27EAC471361A}" type="presParOf" srcId="{85BDA81F-86E4-41FA-86F0-10E0B27D43B6}" destId="{B86DDBEA-724F-4755-B8A9-D5F07551E691}" srcOrd="1" destOrd="0" presId="urn:microsoft.com/office/officeart/2005/8/layout/orgChart1"/>
    <dgm:cxn modelId="{7509885C-8D27-4EEB-85A0-73FC5CC44044}" type="presParOf" srcId="{FC6C7C81-ED75-4CE4-86DD-B66FE0681EAA}" destId="{52FBF759-C013-429D-BA76-99F21BCB7710}" srcOrd="1" destOrd="0" presId="urn:microsoft.com/office/officeart/2005/8/layout/orgChart1"/>
    <dgm:cxn modelId="{781C8A93-F368-4A9A-A2B5-C0DC03671A68}" type="presParOf" srcId="{FC6C7C81-ED75-4CE4-86DD-B66FE0681EAA}" destId="{D43554CB-E9E0-4E9F-B956-320FBAC66CDC}" srcOrd="2" destOrd="0" presId="urn:microsoft.com/office/officeart/2005/8/layout/orgChart1"/>
    <dgm:cxn modelId="{C81DA443-80AD-42A6-9E9F-B846A7BA0080}" type="presParOf" srcId="{5D4C7181-90A2-4233-97CE-F45104C91F47}" destId="{61DCF8F0-F95B-4EDF-9C90-4F733D1B785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6017C9-91E3-4439-B94A-D5E01FA5862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A1138B-7462-493F-A237-BA90E278EC0E}">
      <dgm:prSet/>
      <dgm:spPr/>
      <dgm:t>
        <a:bodyPr/>
        <a:lstStyle/>
        <a:p>
          <a:pPr rtl="0"/>
          <a:r>
            <a:rPr lang="en-AE" dirty="0" smtClean="0"/>
            <a:t>Arithmetic Instruction</a:t>
          </a:r>
          <a:endParaRPr lang="en-GB" dirty="0"/>
        </a:p>
      </dgm:t>
    </dgm:pt>
    <dgm:pt modelId="{D86E8A13-56D4-40EE-A307-4CCBE138E99B}" type="parTrans" cxnId="{7A069C24-8F1B-45D2-A657-AD50CACA6B32}">
      <dgm:prSet/>
      <dgm:spPr/>
      <dgm:t>
        <a:bodyPr/>
        <a:lstStyle/>
        <a:p>
          <a:endParaRPr lang="en-US"/>
        </a:p>
      </dgm:t>
    </dgm:pt>
    <dgm:pt modelId="{6F57F5B0-0C50-4511-9F35-7C0C894D6231}" type="sibTrans" cxnId="{7A069C24-8F1B-45D2-A657-AD50CACA6B32}">
      <dgm:prSet/>
      <dgm:spPr/>
      <dgm:t>
        <a:bodyPr/>
        <a:lstStyle/>
        <a:p>
          <a:endParaRPr lang="en-US"/>
        </a:p>
      </dgm:t>
    </dgm:pt>
    <dgm:pt modelId="{A389DC53-761A-4D08-9978-371CD6620612}">
      <dgm:prSet/>
      <dgm:spPr/>
      <dgm:t>
        <a:bodyPr/>
        <a:lstStyle/>
        <a:p>
          <a:pPr rtl="0"/>
          <a:r>
            <a:rPr lang="en-AE" smtClean="0"/>
            <a:t>Deposit</a:t>
          </a:r>
          <a:endParaRPr lang="en-GB"/>
        </a:p>
      </dgm:t>
    </dgm:pt>
    <dgm:pt modelId="{09C6F280-1B69-4E85-94BC-4B7804BF0380}" type="parTrans" cxnId="{B1EEB27E-19C5-4C6E-8B31-8933B02EDCF8}">
      <dgm:prSet/>
      <dgm:spPr/>
      <dgm:t>
        <a:bodyPr/>
        <a:lstStyle/>
        <a:p>
          <a:endParaRPr lang="en-US"/>
        </a:p>
      </dgm:t>
    </dgm:pt>
    <dgm:pt modelId="{9C47A5CB-CFC9-44EE-87BB-6F1672E35A1F}" type="sibTrans" cxnId="{B1EEB27E-19C5-4C6E-8B31-8933B02EDCF8}">
      <dgm:prSet/>
      <dgm:spPr/>
      <dgm:t>
        <a:bodyPr/>
        <a:lstStyle/>
        <a:p>
          <a:endParaRPr lang="en-US"/>
        </a:p>
      </dgm:t>
    </dgm:pt>
    <dgm:pt modelId="{FACFCED4-C8E5-452F-A474-55AA4719A1F8}">
      <dgm:prSet/>
      <dgm:spPr/>
      <dgm:t>
        <a:bodyPr/>
        <a:lstStyle/>
        <a:p>
          <a:pPr rtl="0"/>
          <a:r>
            <a:rPr lang="en-AE" dirty="0" smtClean="0"/>
            <a:t>Withdrawal</a:t>
          </a:r>
          <a:endParaRPr lang="en-GB" dirty="0"/>
        </a:p>
      </dgm:t>
    </dgm:pt>
    <dgm:pt modelId="{ED2C4EDB-0CB8-43C8-9182-D08D732C0DD8}" type="parTrans" cxnId="{060E11AC-08D2-4570-90DC-5EF6CA731DCA}">
      <dgm:prSet/>
      <dgm:spPr/>
      <dgm:t>
        <a:bodyPr/>
        <a:lstStyle/>
        <a:p>
          <a:endParaRPr lang="en-US"/>
        </a:p>
      </dgm:t>
    </dgm:pt>
    <dgm:pt modelId="{A06ECD8B-0584-4E16-B8E4-34EF5792F327}" type="sibTrans" cxnId="{060E11AC-08D2-4570-90DC-5EF6CA731DCA}">
      <dgm:prSet/>
      <dgm:spPr/>
      <dgm:t>
        <a:bodyPr/>
        <a:lstStyle/>
        <a:p>
          <a:endParaRPr lang="en-US"/>
        </a:p>
      </dgm:t>
    </dgm:pt>
    <dgm:pt modelId="{45C4DD5B-07D8-4991-885D-69A087BB2ECA}">
      <dgm:prSet/>
      <dgm:spPr/>
      <dgm:t>
        <a:bodyPr/>
        <a:lstStyle/>
        <a:p>
          <a:pPr rtl="0"/>
          <a:r>
            <a:rPr lang="en-AE" smtClean="0"/>
            <a:t>Balance Updates</a:t>
          </a:r>
          <a:endParaRPr lang="en-GB"/>
        </a:p>
      </dgm:t>
    </dgm:pt>
    <dgm:pt modelId="{8022FBBA-C411-40FE-B4E4-0366F91EEAFF}" type="parTrans" cxnId="{04959B0D-7EAE-4200-B011-6D2A7E75BB3D}">
      <dgm:prSet/>
      <dgm:spPr/>
      <dgm:t>
        <a:bodyPr/>
        <a:lstStyle/>
        <a:p>
          <a:endParaRPr lang="en-US"/>
        </a:p>
      </dgm:t>
    </dgm:pt>
    <dgm:pt modelId="{E2A1133F-7E70-45AC-BC82-7BF7D57BB8FE}" type="sibTrans" cxnId="{04959B0D-7EAE-4200-B011-6D2A7E75BB3D}">
      <dgm:prSet/>
      <dgm:spPr/>
      <dgm:t>
        <a:bodyPr/>
        <a:lstStyle/>
        <a:p>
          <a:endParaRPr lang="en-US"/>
        </a:p>
      </dgm:t>
    </dgm:pt>
    <dgm:pt modelId="{4DA2F8CB-C01A-4DE0-8442-350A1E9DA153}" type="pres">
      <dgm:prSet presAssocID="{EF6017C9-91E3-4439-B94A-D5E01FA5862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6A38731-3834-4109-8FD5-557B84BAE757}" type="pres">
      <dgm:prSet presAssocID="{16A1138B-7462-493F-A237-BA90E278EC0E}" presName="hierRoot1" presStyleCnt="0">
        <dgm:presLayoutVars>
          <dgm:hierBranch val="init"/>
        </dgm:presLayoutVars>
      </dgm:prSet>
      <dgm:spPr/>
    </dgm:pt>
    <dgm:pt modelId="{737E0F68-B9D6-4DC9-9765-9D04F85BEEEF}" type="pres">
      <dgm:prSet presAssocID="{16A1138B-7462-493F-A237-BA90E278EC0E}" presName="rootComposite1" presStyleCnt="0"/>
      <dgm:spPr/>
    </dgm:pt>
    <dgm:pt modelId="{7F602BE9-BF07-46C5-992B-4A3C2CED87FC}" type="pres">
      <dgm:prSet presAssocID="{16A1138B-7462-493F-A237-BA90E278EC0E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CF1164D-9E0F-48D7-97E1-578BC9A38ABA}" type="pres">
      <dgm:prSet presAssocID="{16A1138B-7462-493F-A237-BA90E278EC0E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45136E3-6036-47BC-B6A3-0702139D31F9}" type="pres">
      <dgm:prSet presAssocID="{16A1138B-7462-493F-A237-BA90E278EC0E}" presName="hierChild2" presStyleCnt="0"/>
      <dgm:spPr/>
    </dgm:pt>
    <dgm:pt modelId="{5DBC4C0B-AF16-47BC-842D-D39BEFE63522}" type="pres">
      <dgm:prSet presAssocID="{09C6F280-1B69-4E85-94BC-4B7804BF0380}" presName="Name37" presStyleLbl="parChTrans1D2" presStyleIdx="0" presStyleCnt="3"/>
      <dgm:spPr/>
      <dgm:t>
        <a:bodyPr/>
        <a:lstStyle/>
        <a:p>
          <a:endParaRPr lang="en-US"/>
        </a:p>
      </dgm:t>
    </dgm:pt>
    <dgm:pt modelId="{E63991B3-B4DF-48AC-AD03-A86E0180EDC6}" type="pres">
      <dgm:prSet presAssocID="{A389DC53-761A-4D08-9978-371CD6620612}" presName="hierRoot2" presStyleCnt="0">
        <dgm:presLayoutVars>
          <dgm:hierBranch val="init"/>
        </dgm:presLayoutVars>
      </dgm:prSet>
      <dgm:spPr/>
    </dgm:pt>
    <dgm:pt modelId="{CE599D87-9DFA-4456-9599-F9F80481A86A}" type="pres">
      <dgm:prSet presAssocID="{A389DC53-761A-4D08-9978-371CD6620612}" presName="rootComposite" presStyleCnt="0"/>
      <dgm:spPr/>
    </dgm:pt>
    <dgm:pt modelId="{0FB35E6C-1E64-4028-8DE9-5D56DF780DA5}" type="pres">
      <dgm:prSet presAssocID="{A389DC53-761A-4D08-9978-371CD6620612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8A978D-BB42-4ED1-A4F3-65AED0B04AC4}" type="pres">
      <dgm:prSet presAssocID="{A389DC53-761A-4D08-9978-371CD6620612}" presName="rootConnector" presStyleLbl="node2" presStyleIdx="0" presStyleCnt="3"/>
      <dgm:spPr/>
      <dgm:t>
        <a:bodyPr/>
        <a:lstStyle/>
        <a:p>
          <a:endParaRPr lang="en-US"/>
        </a:p>
      </dgm:t>
    </dgm:pt>
    <dgm:pt modelId="{5FC9CF7C-0A59-4DEF-99AE-B1FAF48E8223}" type="pres">
      <dgm:prSet presAssocID="{A389DC53-761A-4D08-9978-371CD6620612}" presName="hierChild4" presStyleCnt="0"/>
      <dgm:spPr/>
    </dgm:pt>
    <dgm:pt modelId="{E4016183-62B1-4C4E-9EE2-C85975DED7F3}" type="pres">
      <dgm:prSet presAssocID="{A389DC53-761A-4D08-9978-371CD6620612}" presName="hierChild5" presStyleCnt="0"/>
      <dgm:spPr/>
    </dgm:pt>
    <dgm:pt modelId="{9CA5477B-9878-4639-B23E-7A77D24956DA}" type="pres">
      <dgm:prSet presAssocID="{ED2C4EDB-0CB8-43C8-9182-D08D732C0DD8}" presName="Name37" presStyleLbl="parChTrans1D2" presStyleIdx="1" presStyleCnt="3"/>
      <dgm:spPr/>
      <dgm:t>
        <a:bodyPr/>
        <a:lstStyle/>
        <a:p>
          <a:endParaRPr lang="en-US"/>
        </a:p>
      </dgm:t>
    </dgm:pt>
    <dgm:pt modelId="{157B4342-F16F-4FC0-AE4F-F172C3568BCB}" type="pres">
      <dgm:prSet presAssocID="{FACFCED4-C8E5-452F-A474-55AA4719A1F8}" presName="hierRoot2" presStyleCnt="0">
        <dgm:presLayoutVars>
          <dgm:hierBranch val="init"/>
        </dgm:presLayoutVars>
      </dgm:prSet>
      <dgm:spPr/>
    </dgm:pt>
    <dgm:pt modelId="{AA2267A8-885A-4702-9C0E-B6D0AC6045F7}" type="pres">
      <dgm:prSet presAssocID="{FACFCED4-C8E5-452F-A474-55AA4719A1F8}" presName="rootComposite" presStyleCnt="0"/>
      <dgm:spPr/>
    </dgm:pt>
    <dgm:pt modelId="{C6CC51C9-37D2-40BB-A39A-B91DAA14DABD}" type="pres">
      <dgm:prSet presAssocID="{FACFCED4-C8E5-452F-A474-55AA4719A1F8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99CCB08-070D-40E6-B43A-C0AAE08E40DA}" type="pres">
      <dgm:prSet presAssocID="{FACFCED4-C8E5-452F-A474-55AA4719A1F8}" presName="rootConnector" presStyleLbl="node2" presStyleIdx="1" presStyleCnt="3"/>
      <dgm:spPr/>
      <dgm:t>
        <a:bodyPr/>
        <a:lstStyle/>
        <a:p>
          <a:endParaRPr lang="en-US"/>
        </a:p>
      </dgm:t>
    </dgm:pt>
    <dgm:pt modelId="{F52F2863-0A54-4A6B-B145-1BE6DFDB11EF}" type="pres">
      <dgm:prSet presAssocID="{FACFCED4-C8E5-452F-A474-55AA4719A1F8}" presName="hierChild4" presStyleCnt="0"/>
      <dgm:spPr/>
    </dgm:pt>
    <dgm:pt modelId="{469139C2-90B8-4383-9524-BF485745CFFF}" type="pres">
      <dgm:prSet presAssocID="{FACFCED4-C8E5-452F-A474-55AA4719A1F8}" presName="hierChild5" presStyleCnt="0"/>
      <dgm:spPr/>
    </dgm:pt>
    <dgm:pt modelId="{8654A5D3-DF5D-467A-9852-F7761AD09851}" type="pres">
      <dgm:prSet presAssocID="{8022FBBA-C411-40FE-B4E4-0366F91EEAFF}" presName="Name37" presStyleLbl="parChTrans1D2" presStyleIdx="2" presStyleCnt="3"/>
      <dgm:spPr/>
      <dgm:t>
        <a:bodyPr/>
        <a:lstStyle/>
        <a:p>
          <a:endParaRPr lang="en-US"/>
        </a:p>
      </dgm:t>
    </dgm:pt>
    <dgm:pt modelId="{81F0B3BD-898B-4EB0-A812-13906673C3A2}" type="pres">
      <dgm:prSet presAssocID="{45C4DD5B-07D8-4991-885D-69A087BB2ECA}" presName="hierRoot2" presStyleCnt="0">
        <dgm:presLayoutVars>
          <dgm:hierBranch val="init"/>
        </dgm:presLayoutVars>
      </dgm:prSet>
      <dgm:spPr/>
    </dgm:pt>
    <dgm:pt modelId="{F6AE7372-0AC2-4AB2-96BB-7D9287575EFD}" type="pres">
      <dgm:prSet presAssocID="{45C4DD5B-07D8-4991-885D-69A087BB2ECA}" presName="rootComposite" presStyleCnt="0"/>
      <dgm:spPr/>
    </dgm:pt>
    <dgm:pt modelId="{C47F314E-BF50-4DB0-A1CE-ED2D1B97E848}" type="pres">
      <dgm:prSet presAssocID="{45C4DD5B-07D8-4991-885D-69A087BB2ECA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0CA99E-0F3E-4A93-9EAF-309592983F95}" type="pres">
      <dgm:prSet presAssocID="{45C4DD5B-07D8-4991-885D-69A087BB2ECA}" presName="rootConnector" presStyleLbl="node2" presStyleIdx="2" presStyleCnt="3"/>
      <dgm:spPr/>
      <dgm:t>
        <a:bodyPr/>
        <a:lstStyle/>
        <a:p>
          <a:endParaRPr lang="en-US"/>
        </a:p>
      </dgm:t>
    </dgm:pt>
    <dgm:pt modelId="{A11F2563-8427-48B1-957D-233E18752B96}" type="pres">
      <dgm:prSet presAssocID="{45C4DD5B-07D8-4991-885D-69A087BB2ECA}" presName="hierChild4" presStyleCnt="0"/>
      <dgm:spPr/>
    </dgm:pt>
    <dgm:pt modelId="{0B0C0342-2586-4A2B-992E-A0FE733579D4}" type="pres">
      <dgm:prSet presAssocID="{45C4DD5B-07D8-4991-885D-69A087BB2ECA}" presName="hierChild5" presStyleCnt="0"/>
      <dgm:spPr/>
    </dgm:pt>
    <dgm:pt modelId="{87EDB3E9-B1AA-41CD-A19E-A3AFA8B1D2B5}" type="pres">
      <dgm:prSet presAssocID="{16A1138B-7462-493F-A237-BA90E278EC0E}" presName="hierChild3" presStyleCnt="0"/>
      <dgm:spPr/>
    </dgm:pt>
  </dgm:ptLst>
  <dgm:cxnLst>
    <dgm:cxn modelId="{B52305C9-CB01-47E4-9D25-A34BEEB196FB}" type="presOf" srcId="{45C4DD5B-07D8-4991-885D-69A087BB2ECA}" destId="{9D0CA99E-0F3E-4A93-9EAF-309592983F95}" srcOrd="1" destOrd="0" presId="urn:microsoft.com/office/officeart/2005/8/layout/orgChart1"/>
    <dgm:cxn modelId="{26FD05FD-58A2-4A11-AE20-65C78AB40649}" type="presOf" srcId="{EF6017C9-91E3-4439-B94A-D5E01FA5862C}" destId="{4DA2F8CB-C01A-4DE0-8442-350A1E9DA153}" srcOrd="0" destOrd="0" presId="urn:microsoft.com/office/officeart/2005/8/layout/orgChart1"/>
    <dgm:cxn modelId="{97B8DB0E-8173-4D5F-B8DA-20C88A276F11}" type="presOf" srcId="{A389DC53-761A-4D08-9978-371CD6620612}" destId="{0FB35E6C-1E64-4028-8DE9-5D56DF780DA5}" srcOrd="0" destOrd="0" presId="urn:microsoft.com/office/officeart/2005/8/layout/orgChart1"/>
    <dgm:cxn modelId="{04959B0D-7EAE-4200-B011-6D2A7E75BB3D}" srcId="{16A1138B-7462-493F-A237-BA90E278EC0E}" destId="{45C4DD5B-07D8-4991-885D-69A087BB2ECA}" srcOrd="2" destOrd="0" parTransId="{8022FBBA-C411-40FE-B4E4-0366F91EEAFF}" sibTransId="{E2A1133F-7E70-45AC-BC82-7BF7D57BB8FE}"/>
    <dgm:cxn modelId="{533A2E94-DE16-45F8-B05D-150932CC9157}" type="presOf" srcId="{16A1138B-7462-493F-A237-BA90E278EC0E}" destId="{7F602BE9-BF07-46C5-992B-4A3C2CED87FC}" srcOrd="0" destOrd="0" presId="urn:microsoft.com/office/officeart/2005/8/layout/orgChart1"/>
    <dgm:cxn modelId="{0B1BB812-894F-4171-92A9-984C0B044304}" type="presOf" srcId="{FACFCED4-C8E5-452F-A474-55AA4719A1F8}" destId="{C6CC51C9-37D2-40BB-A39A-B91DAA14DABD}" srcOrd="0" destOrd="0" presId="urn:microsoft.com/office/officeart/2005/8/layout/orgChart1"/>
    <dgm:cxn modelId="{1228E924-519D-40A4-AB74-45DEFF4304C7}" type="presOf" srcId="{A389DC53-761A-4D08-9978-371CD6620612}" destId="{1F8A978D-BB42-4ED1-A4F3-65AED0B04AC4}" srcOrd="1" destOrd="0" presId="urn:microsoft.com/office/officeart/2005/8/layout/orgChart1"/>
    <dgm:cxn modelId="{060E11AC-08D2-4570-90DC-5EF6CA731DCA}" srcId="{16A1138B-7462-493F-A237-BA90E278EC0E}" destId="{FACFCED4-C8E5-452F-A474-55AA4719A1F8}" srcOrd="1" destOrd="0" parTransId="{ED2C4EDB-0CB8-43C8-9182-D08D732C0DD8}" sibTransId="{A06ECD8B-0584-4E16-B8E4-34EF5792F327}"/>
    <dgm:cxn modelId="{4D43ABC1-E58F-4A9D-A083-FA185948A52D}" type="presOf" srcId="{45C4DD5B-07D8-4991-885D-69A087BB2ECA}" destId="{C47F314E-BF50-4DB0-A1CE-ED2D1B97E848}" srcOrd="0" destOrd="0" presId="urn:microsoft.com/office/officeart/2005/8/layout/orgChart1"/>
    <dgm:cxn modelId="{7A069C24-8F1B-45D2-A657-AD50CACA6B32}" srcId="{EF6017C9-91E3-4439-B94A-D5E01FA5862C}" destId="{16A1138B-7462-493F-A237-BA90E278EC0E}" srcOrd="0" destOrd="0" parTransId="{D86E8A13-56D4-40EE-A307-4CCBE138E99B}" sibTransId="{6F57F5B0-0C50-4511-9F35-7C0C894D6231}"/>
    <dgm:cxn modelId="{CB010EFC-D24B-4608-8311-137A72C81A91}" type="presOf" srcId="{8022FBBA-C411-40FE-B4E4-0366F91EEAFF}" destId="{8654A5D3-DF5D-467A-9852-F7761AD09851}" srcOrd="0" destOrd="0" presId="urn:microsoft.com/office/officeart/2005/8/layout/orgChart1"/>
    <dgm:cxn modelId="{58D7C506-A504-44E8-97FE-87813F5EFA2B}" type="presOf" srcId="{ED2C4EDB-0CB8-43C8-9182-D08D732C0DD8}" destId="{9CA5477B-9878-4639-B23E-7A77D24956DA}" srcOrd="0" destOrd="0" presId="urn:microsoft.com/office/officeart/2005/8/layout/orgChart1"/>
    <dgm:cxn modelId="{75838C4C-145F-4280-9395-67F628FB430C}" type="presOf" srcId="{16A1138B-7462-493F-A237-BA90E278EC0E}" destId="{BCF1164D-9E0F-48D7-97E1-578BC9A38ABA}" srcOrd="1" destOrd="0" presId="urn:microsoft.com/office/officeart/2005/8/layout/orgChart1"/>
    <dgm:cxn modelId="{B20F6F46-4C34-4BBF-85F3-6AA688EC7C1F}" type="presOf" srcId="{09C6F280-1B69-4E85-94BC-4B7804BF0380}" destId="{5DBC4C0B-AF16-47BC-842D-D39BEFE63522}" srcOrd="0" destOrd="0" presId="urn:microsoft.com/office/officeart/2005/8/layout/orgChart1"/>
    <dgm:cxn modelId="{B1EEB27E-19C5-4C6E-8B31-8933B02EDCF8}" srcId="{16A1138B-7462-493F-A237-BA90E278EC0E}" destId="{A389DC53-761A-4D08-9978-371CD6620612}" srcOrd="0" destOrd="0" parTransId="{09C6F280-1B69-4E85-94BC-4B7804BF0380}" sibTransId="{9C47A5CB-CFC9-44EE-87BB-6F1672E35A1F}"/>
    <dgm:cxn modelId="{587B090E-D883-4401-BE21-5FA6449398F2}" type="presOf" srcId="{FACFCED4-C8E5-452F-A474-55AA4719A1F8}" destId="{099CCB08-070D-40E6-B43A-C0AAE08E40DA}" srcOrd="1" destOrd="0" presId="urn:microsoft.com/office/officeart/2005/8/layout/orgChart1"/>
    <dgm:cxn modelId="{9DDA7002-1C85-4ECF-A99A-8C033B902F7C}" type="presParOf" srcId="{4DA2F8CB-C01A-4DE0-8442-350A1E9DA153}" destId="{56A38731-3834-4109-8FD5-557B84BAE757}" srcOrd="0" destOrd="0" presId="urn:microsoft.com/office/officeart/2005/8/layout/orgChart1"/>
    <dgm:cxn modelId="{9335DF97-1D9A-4447-A452-3A8DAB1DC124}" type="presParOf" srcId="{56A38731-3834-4109-8FD5-557B84BAE757}" destId="{737E0F68-B9D6-4DC9-9765-9D04F85BEEEF}" srcOrd="0" destOrd="0" presId="urn:microsoft.com/office/officeart/2005/8/layout/orgChart1"/>
    <dgm:cxn modelId="{A198DEA1-0231-459A-990C-5D1365141DB1}" type="presParOf" srcId="{737E0F68-B9D6-4DC9-9765-9D04F85BEEEF}" destId="{7F602BE9-BF07-46C5-992B-4A3C2CED87FC}" srcOrd="0" destOrd="0" presId="urn:microsoft.com/office/officeart/2005/8/layout/orgChart1"/>
    <dgm:cxn modelId="{2AC10D4C-1E2F-4D16-B28D-4DE7BF3416F2}" type="presParOf" srcId="{737E0F68-B9D6-4DC9-9765-9D04F85BEEEF}" destId="{BCF1164D-9E0F-48D7-97E1-578BC9A38ABA}" srcOrd="1" destOrd="0" presId="urn:microsoft.com/office/officeart/2005/8/layout/orgChart1"/>
    <dgm:cxn modelId="{52B2B035-9341-450E-B466-43013B18BCBF}" type="presParOf" srcId="{56A38731-3834-4109-8FD5-557B84BAE757}" destId="{C45136E3-6036-47BC-B6A3-0702139D31F9}" srcOrd="1" destOrd="0" presId="urn:microsoft.com/office/officeart/2005/8/layout/orgChart1"/>
    <dgm:cxn modelId="{41C76103-1437-4A2E-BCD2-019D91A7BC93}" type="presParOf" srcId="{C45136E3-6036-47BC-B6A3-0702139D31F9}" destId="{5DBC4C0B-AF16-47BC-842D-D39BEFE63522}" srcOrd="0" destOrd="0" presId="urn:microsoft.com/office/officeart/2005/8/layout/orgChart1"/>
    <dgm:cxn modelId="{BDAB6FDC-7031-4CA2-9EA3-22FB09C413BF}" type="presParOf" srcId="{C45136E3-6036-47BC-B6A3-0702139D31F9}" destId="{E63991B3-B4DF-48AC-AD03-A86E0180EDC6}" srcOrd="1" destOrd="0" presId="urn:microsoft.com/office/officeart/2005/8/layout/orgChart1"/>
    <dgm:cxn modelId="{68AF358F-B379-4EAB-9941-31FF431D0D28}" type="presParOf" srcId="{E63991B3-B4DF-48AC-AD03-A86E0180EDC6}" destId="{CE599D87-9DFA-4456-9599-F9F80481A86A}" srcOrd="0" destOrd="0" presId="urn:microsoft.com/office/officeart/2005/8/layout/orgChart1"/>
    <dgm:cxn modelId="{64927189-E8A4-4AAB-A517-820555CD9BAF}" type="presParOf" srcId="{CE599D87-9DFA-4456-9599-F9F80481A86A}" destId="{0FB35E6C-1E64-4028-8DE9-5D56DF780DA5}" srcOrd="0" destOrd="0" presId="urn:microsoft.com/office/officeart/2005/8/layout/orgChart1"/>
    <dgm:cxn modelId="{6B6AF939-5984-4EE5-B61E-8FC9C5818161}" type="presParOf" srcId="{CE599D87-9DFA-4456-9599-F9F80481A86A}" destId="{1F8A978D-BB42-4ED1-A4F3-65AED0B04AC4}" srcOrd="1" destOrd="0" presId="urn:microsoft.com/office/officeart/2005/8/layout/orgChart1"/>
    <dgm:cxn modelId="{5990B60A-95C3-46BF-8C6B-4EC3DF523C31}" type="presParOf" srcId="{E63991B3-B4DF-48AC-AD03-A86E0180EDC6}" destId="{5FC9CF7C-0A59-4DEF-99AE-B1FAF48E8223}" srcOrd="1" destOrd="0" presId="urn:microsoft.com/office/officeart/2005/8/layout/orgChart1"/>
    <dgm:cxn modelId="{CF341E3F-CD50-4CBF-96D8-656FCA39271A}" type="presParOf" srcId="{E63991B3-B4DF-48AC-AD03-A86E0180EDC6}" destId="{E4016183-62B1-4C4E-9EE2-C85975DED7F3}" srcOrd="2" destOrd="0" presId="urn:microsoft.com/office/officeart/2005/8/layout/orgChart1"/>
    <dgm:cxn modelId="{891D050B-1D2B-49DB-914F-7A863B793AE7}" type="presParOf" srcId="{C45136E3-6036-47BC-B6A3-0702139D31F9}" destId="{9CA5477B-9878-4639-B23E-7A77D24956DA}" srcOrd="2" destOrd="0" presId="urn:microsoft.com/office/officeart/2005/8/layout/orgChart1"/>
    <dgm:cxn modelId="{C5FAA1B7-E819-47BD-9344-3B84AB694761}" type="presParOf" srcId="{C45136E3-6036-47BC-B6A3-0702139D31F9}" destId="{157B4342-F16F-4FC0-AE4F-F172C3568BCB}" srcOrd="3" destOrd="0" presId="urn:microsoft.com/office/officeart/2005/8/layout/orgChart1"/>
    <dgm:cxn modelId="{CD55CDAB-E38A-4A1A-B526-0C883FF504AC}" type="presParOf" srcId="{157B4342-F16F-4FC0-AE4F-F172C3568BCB}" destId="{AA2267A8-885A-4702-9C0E-B6D0AC6045F7}" srcOrd="0" destOrd="0" presId="urn:microsoft.com/office/officeart/2005/8/layout/orgChart1"/>
    <dgm:cxn modelId="{0A4D6DC6-1BC9-48F1-B441-BF43C6717B21}" type="presParOf" srcId="{AA2267A8-885A-4702-9C0E-B6D0AC6045F7}" destId="{C6CC51C9-37D2-40BB-A39A-B91DAA14DABD}" srcOrd="0" destOrd="0" presId="urn:microsoft.com/office/officeart/2005/8/layout/orgChart1"/>
    <dgm:cxn modelId="{2A12BCEC-5900-49CE-8826-73C9BB1C301A}" type="presParOf" srcId="{AA2267A8-885A-4702-9C0E-B6D0AC6045F7}" destId="{099CCB08-070D-40E6-B43A-C0AAE08E40DA}" srcOrd="1" destOrd="0" presId="urn:microsoft.com/office/officeart/2005/8/layout/orgChart1"/>
    <dgm:cxn modelId="{ADCBE5D8-1BDA-432A-9F5B-F62E8363DAFB}" type="presParOf" srcId="{157B4342-F16F-4FC0-AE4F-F172C3568BCB}" destId="{F52F2863-0A54-4A6B-B145-1BE6DFDB11EF}" srcOrd="1" destOrd="0" presId="urn:microsoft.com/office/officeart/2005/8/layout/orgChart1"/>
    <dgm:cxn modelId="{D89A0F2D-07E1-408F-9CA5-ED71F64AE706}" type="presParOf" srcId="{157B4342-F16F-4FC0-AE4F-F172C3568BCB}" destId="{469139C2-90B8-4383-9524-BF485745CFFF}" srcOrd="2" destOrd="0" presId="urn:microsoft.com/office/officeart/2005/8/layout/orgChart1"/>
    <dgm:cxn modelId="{6802BB6F-6889-4D49-9D61-3DE6B28FFA4F}" type="presParOf" srcId="{C45136E3-6036-47BC-B6A3-0702139D31F9}" destId="{8654A5D3-DF5D-467A-9852-F7761AD09851}" srcOrd="4" destOrd="0" presId="urn:microsoft.com/office/officeart/2005/8/layout/orgChart1"/>
    <dgm:cxn modelId="{2F17DF81-4A3B-4BDE-9501-68276086F907}" type="presParOf" srcId="{C45136E3-6036-47BC-B6A3-0702139D31F9}" destId="{81F0B3BD-898B-4EB0-A812-13906673C3A2}" srcOrd="5" destOrd="0" presId="urn:microsoft.com/office/officeart/2005/8/layout/orgChart1"/>
    <dgm:cxn modelId="{D4A3F971-02B2-4822-9866-500F0F9763AE}" type="presParOf" srcId="{81F0B3BD-898B-4EB0-A812-13906673C3A2}" destId="{F6AE7372-0AC2-4AB2-96BB-7D9287575EFD}" srcOrd="0" destOrd="0" presId="urn:microsoft.com/office/officeart/2005/8/layout/orgChart1"/>
    <dgm:cxn modelId="{23FD0651-4971-4939-A3B0-29EED101479D}" type="presParOf" srcId="{F6AE7372-0AC2-4AB2-96BB-7D9287575EFD}" destId="{C47F314E-BF50-4DB0-A1CE-ED2D1B97E848}" srcOrd="0" destOrd="0" presId="urn:microsoft.com/office/officeart/2005/8/layout/orgChart1"/>
    <dgm:cxn modelId="{AC505304-EA17-4109-A1DA-3C59A51BC043}" type="presParOf" srcId="{F6AE7372-0AC2-4AB2-96BB-7D9287575EFD}" destId="{9D0CA99E-0F3E-4A93-9EAF-309592983F95}" srcOrd="1" destOrd="0" presId="urn:microsoft.com/office/officeart/2005/8/layout/orgChart1"/>
    <dgm:cxn modelId="{8C38CF83-9A82-4719-AB8A-7E6CB98EAD13}" type="presParOf" srcId="{81F0B3BD-898B-4EB0-A812-13906673C3A2}" destId="{A11F2563-8427-48B1-957D-233E18752B96}" srcOrd="1" destOrd="0" presId="urn:microsoft.com/office/officeart/2005/8/layout/orgChart1"/>
    <dgm:cxn modelId="{6A92C354-3C92-4CF9-AF12-75D45F46086C}" type="presParOf" srcId="{81F0B3BD-898B-4EB0-A812-13906673C3A2}" destId="{0B0C0342-2586-4A2B-992E-A0FE733579D4}" srcOrd="2" destOrd="0" presId="urn:microsoft.com/office/officeart/2005/8/layout/orgChart1"/>
    <dgm:cxn modelId="{833BBF84-6F40-4490-A156-1300B4EE9DAD}" type="presParOf" srcId="{56A38731-3834-4109-8FD5-557B84BAE757}" destId="{87EDB3E9-B1AA-41CD-A19E-A3AFA8B1D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309B766-F10F-4A0E-A857-E47D4DF1ABE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A661B4-E2F1-4BF7-8781-5018FD0D03D7}">
      <dgm:prSet/>
      <dgm:spPr/>
      <dgm:t>
        <a:bodyPr/>
        <a:lstStyle/>
        <a:p>
          <a:pPr rtl="0"/>
          <a:r>
            <a:rPr lang="en-AE" dirty="0" smtClean="0"/>
            <a:t>Comparison Instruction</a:t>
          </a:r>
          <a:endParaRPr lang="en-GB" dirty="0"/>
        </a:p>
      </dgm:t>
    </dgm:pt>
    <dgm:pt modelId="{FD89287D-8E33-4279-9B66-4A7FE36D7066}" type="parTrans" cxnId="{E7E91A63-CCE9-4D14-92AA-7EE87CA66D60}">
      <dgm:prSet/>
      <dgm:spPr/>
      <dgm:t>
        <a:bodyPr/>
        <a:lstStyle/>
        <a:p>
          <a:endParaRPr lang="en-US"/>
        </a:p>
      </dgm:t>
    </dgm:pt>
    <dgm:pt modelId="{5B1F572F-0493-4AB4-9F66-1802A2697B9C}" type="sibTrans" cxnId="{E7E91A63-CCE9-4D14-92AA-7EE87CA66D60}">
      <dgm:prSet/>
      <dgm:spPr/>
      <dgm:t>
        <a:bodyPr/>
        <a:lstStyle/>
        <a:p>
          <a:endParaRPr lang="en-US"/>
        </a:p>
      </dgm:t>
    </dgm:pt>
    <dgm:pt modelId="{44439C04-B884-41DC-9013-A5F7DB051BA9}">
      <dgm:prSet/>
      <dgm:spPr/>
      <dgm:t>
        <a:bodyPr/>
        <a:lstStyle/>
        <a:p>
          <a:pPr rtl="0"/>
          <a:r>
            <a:rPr lang="en-AE" dirty="0" smtClean="0"/>
            <a:t>Check Withdrawal</a:t>
          </a:r>
          <a:endParaRPr lang="en-GB" dirty="0"/>
        </a:p>
      </dgm:t>
    </dgm:pt>
    <dgm:pt modelId="{E659A51C-6698-4FFA-93C3-DBCE1D69D6B1}" type="parTrans" cxnId="{666475B1-3CEF-4380-B557-8A3F82220D91}">
      <dgm:prSet/>
      <dgm:spPr/>
      <dgm:t>
        <a:bodyPr/>
        <a:lstStyle/>
        <a:p>
          <a:endParaRPr lang="en-US"/>
        </a:p>
      </dgm:t>
    </dgm:pt>
    <dgm:pt modelId="{B326B783-6D6F-4552-A981-1F6110973952}" type="sibTrans" cxnId="{666475B1-3CEF-4380-B557-8A3F82220D91}">
      <dgm:prSet/>
      <dgm:spPr/>
      <dgm:t>
        <a:bodyPr/>
        <a:lstStyle/>
        <a:p>
          <a:endParaRPr lang="en-US"/>
        </a:p>
      </dgm:t>
    </dgm:pt>
    <dgm:pt modelId="{1F348E67-BACC-44B5-B58B-DEEB4618A74B}">
      <dgm:prSet/>
      <dgm:spPr/>
      <dgm:t>
        <a:bodyPr/>
        <a:lstStyle/>
        <a:p>
          <a:pPr rtl="0"/>
          <a:r>
            <a:rPr lang="en-AE" smtClean="0"/>
            <a:t>Available Balance</a:t>
          </a:r>
          <a:endParaRPr lang="en-GB"/>
        </a:p>
      </dgm:t>
    </dgm:pt>
    <dgm:pt modelId="{B4E0846C-B5A8-4AF7-A107-2F057AD3D233}" type="parTrans" cxnId="{DFD425BF-2C3E-4E71-B027-DE543A2B03BF}">
      <dgm:prSet/>
      <dgm:spPr/>
      <dgm:t>
        <a:bodyPr/>
        <a:lstStyle/>
        <a:p>
          <a:endParaRPr lang="en-US"/>
        </a:p>
      </dgm:t>
    </dgm:pt>
    <dgm:pt modelId="{66F759DD-D942-4506-950D-AFAF50D1A97B}" type="sibTrans" cxnId="{DFD425BF-2C3E-4E71-B027-DE543A2B03BF}">
      <dgm:prSet/>
      <dgm:spPr/>
      <dgm:t>
        <a:bodyPr/>
        <a:lstStyle/>
        <a:p>
          <a:endParaRPr lang="en-US"/>
        </a:p>
      </dgm:t>
    </dgm:pt>
    <dgm:pt modelId="{CE0149EA-E504-409D-AE2A-C800349850DF}">
      <dgm:prSet/>
      <dgm:spPr/>
      <dgm:t>
        <a:bodyPr/>
        <a:lstStyle/>
        <a:p>
          <a:pPr rtl="0"/>
          <a:r>
            <a:rPr lang="en-AE" smtClean="0"/>
            <a:t>Validate Limits</a:t>
          </a:r>
          <a:endParaRPr lang="en-GB"/>
        </a:p>
      </dgm:t>
    </dgm:pt>
    <dgm:pt modelId="{12560B95-ADA0-4441-AEC9-01F585E335AC}" type="parTrans" cxnId="{050E4CA5-7BDB-4F87-B7BC-1582C1E13D62}">
      <dgm:prSet/>
      <dgm:spPr/>
      <dgm:t>
        <a:bodyPr/>
        <a:lstStyle/>
        <a:p>
          <a:endParaRPr lang="en-US"/>
        </a:p>
      </dgm:t>
    </dgm:pt>
    <dgm:pt modelId="{35CE567A-B8E4-4969-85A1-7683136A5E86}" type="sibTrans" cxnId="{050E4CA5-7BDB-4F87-B7BC-1582C1E13D62}">
      <dgm:prSet/>
      <dgm:spPr/>
      <dgm:t>
        <a:bodyPr/>
        <a:lstStyle/>
        <a:p>
          <a:endParaRPr lang="en-US"/>
        </a:p>
      </dgm:t>
    </dgm:pt>
    <dgm:pt modelId="{7590F29F-677D-4402-8774-CEBD295BDC48}" type="pres">
      <dgm:prSet presAssocID="{3309B766-F10F-4A0E-A857-E47D4DF1ABE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AA80EE9-6953-4D51-9871-A46F395F2794}" type="pres">
      <dgm:prSet presAssocID="{86A661B4-E2F1-4BF7-8781-5018FD0D03D7}" presName="hierRoot1" presStyleCnt="0">
        <dgm:presLayoutVars>
          <dgm:hierBranch val="init"/>
        </dgm:presLayoutVars>
      </dgm:prSet>
      <dgm:spPr/>
    </dgm:pt>
    <dgm:pt modelId="{80C5AB05-3F42-466A-B8E4-32D2BDBD2AA4}" type="pres">
      <dgm:prSet presAssocID="{86A661B4-E2F1-4BF7-8781-5018FD0D03D7}" presName="rootComposite1" presStyleCnt="0"/>
      <dgm:spPr/>
    </dgm:pt>
    <dgm:pt modelId="{6CAF43DB-5324-4152-8987-6CBE5E069E0C}" type="pres">
      <dgm:prSet presAssocID="{86A661B4-E2F1-4BF7-8781-5018FD0D03D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9EDBC50-4D11-4777-870B-5B2096773CA9}" type="pres">
      <dgm:prSet presAssocID="{86A661B4-E2F1-4BF7-8781-5018FD0D03D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9EAE61A5-5926-4815-BC5C-9505183F2AA0}" type="pres">
      <dgm:prSet presAssocID="{86A661B4-E2F1-4BF7-8781-5018FD0D03D7}" presName="hierChild2" presStyleCnt="0"/>
      <dgm:spPr/>
    </dgm:pt>
    <dgm:pt modelId="{AE0CC308-DAB5-4CBC-890F-BE051AC1FB58}" type="pres">
      <dgm:prSet presAssocID="{E659A51C-6698-4FFA-93C3-DBCE1D69D6B1}" presName="Name37" presStyleLbl="parChTrans1D2" presStyleIdx="0" presStyleCnt="3"/>
      <dgm:spPr/>
      <dgm:t>
        <a:bodyPr/>
        <a:lstStyle/>
        <a:p>
          <a:endParaRPr lang="en-US"/>
        </a:p>
      </dgm:t>
    </dgm:pt>
    <dgm:pt modelId="{853D3389-E4BA-44E0-902B-A2DA6838CEC3}" type="pres">
      <dgm:prSet presAssocID="{44439C04-B884-41DC-9013-A5F7DB051BA9}" presName="hierRoot2" presStyleCnt="0">
        <dgm:presLayoutVars>
          <dgm:hierBranch val="init"/>
        </dgm:presLayoutVars>
      </dgm:prSet>
      <dgm:spPr/>
    </dgm:pt>
    <dgm:pt modelId="{A4DA3A17-91A0-4996-8A4B-AB2ED66261C9}" type="pres">
      <dgm:prSet presAssocID="{44439C04-B884-41DC-9013-A5F7DB051BA9}" presName="rootComposite" presStyleCnt="0"/>
      <dgm:spPr/>
    </dgm:pt>
    <dgm:pt modelId="{422DE309-B015-4175-A46F-D1C3C572C660}" type="pres">
      <dgm:prSet presAssocID="{44439C04-B884-41DC-9013-A5F7DB051BA9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5AD1EA3-A4EA-43BC-A0F1-7129FEF1AF6A}" type="pres">
      <dgm:prSet presAssocID="{44439C04-B884-41DC-9013-A5F7DB051BA9}" presName="rootConnector" presStyleLbl="node2" presStyleIdx="0" presStyleCnt="3"/>
      <dgm:spPr/>
      <dgm:t>
        <a:bodyPr/>
        <a:lstStyle/>
        <a:p>
          <a:endParaRPr lang="en-US"/>
        </a:p>
      </dgm:t>
    </dgm:pt>
    <dgm:pt modelId="{BE1CF1C2-68B2-4483-ADEE-EB5806320C79}" type="pres">
      <dgm:prSet presAssocID="{44439C04-B884-41DC-9013-A5F7DB051BA9}" presName="hierChild4" presStyleCnt="0"/>
      <dgm:spPr/>
    </dgm:pt>
    <dgm:pt modelId="{0A5FA992-47AB-4462-A3C0-76227D24546B}" type="pres">
      <dgm:prSet presAssocID="{44439C04-B884-41DC-9013-A5F7DB051BA9}" presName="hierChild5" presStyleCnt="0"/>
      <dgm:spPr/>
    </dgm:pt>
    <dgm:pt modelId="{7C2AC309-7FA8-4782-BEC2-FDB7264F29AA}" type="pres">
      <dgm:prSet presAssocID="{B4E0846C-B5A8-4AF7-A107-2F057AD3D233}" presName="Name37" presStyleLbl="parChTrans1D2" presStyleIdx="1" presStyleCnt="3"/>
      <dgm:spPr/>
      <dgm:t>
        <a:bodyPr/>
        <a:lstStyle/>
        <a:p>
          <a:endParaRPr lang="en-US"/>
        </a:p>
      </dgm:t>
    </dgm:pt>
    <dgm:pt modelId="{387FDE12-C509-4B91-B2EC-347694E58E70}" type="pres">
      <dgm:prSet presAssocID="{1F348E67-BACC-44B5-B58B-DEEB4618A74B}" presName="hierRoot2" presStyleCnt="0">
        <dgm:presLayoutVars>
          <dgm:hierBranch val="init"/>
        </dgm:presLayoutVars>
      </dgm:prSet>
      <dgm:spPr/>
    </dgm:pt>
    <dgm:pt modelId="{DA76244C-3B66-4481-8797-CB948A74308E}" type="pres">
      <dgm:prSet presAssocID="{1F348E67-BACC-44B5-B58B-DEEB4618A74B}" presName="rootComposite" presStyleCnt="0"/>
      <dgm:spPr/>
    </dgm:pt>
    <dgm:pt modelId="{618DD3B8-D1A3-471A-86A4-4E0783BE867C}" type="pres">
      <dgm:prSet presAssocID="{1F348E67-BACC-44B5-B58B-DEEB4618A74B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70BA890-0050-4A41-9094-D2B0E218061D}" type="pres">
      <dgm:prSet presAssocID="{1F348E67-BACC-44B5-B58B-DEEB4618A74B}" presName="rootConnector" presStyleLbl="node2" presStyleIdx="1" presStyleCnt="3"/>
      <dgm:spPr/>
      <dgm:t>
        <a:bodyPr/>
        <a:lstStyle/>
        <a:p>
          <a:endParaRPr lang="en-US"/>
        </a:p>
      </dgm:t>
    </dgm:pt>
    <dgm:pt modelId="{BB6D0905-2652-4518-ADCB-80791E71D3C4}" type="pres">
      <dgm:prSet presAssocID="{1F348E67-BACC-44B5-B58B-DEEB4618A74B}" presName="hierChild4" presStyleCnt="0"/>
      <dgm:spPr/>
    </dgm:pt>
    <dgm:pt modelId="{F4F7DED2-B515-434D-87AE-ABFD5D453762}" type="pres">
      <dgm:prSet presAssocID="{1F348E67-BACC-44B5-B58B-DEEB4618A74B}" presName="hierChild5" presStyleCnt="0"/>
      <dgm:spPr/>
    </dgm:pt>
    <dgm:pt modelId="{06FDD0F4-78B8-4C70-86BC-B13DEA1AB683}" type="pres">
      <dgm:prSet presAssocID="{12560B95-ADA0-4441-AEC9-01F585E335AC}" presName="Name37" presStyleLbl="parChTrans1D2" presStyleIdx="2" presStyleCnt="3"/>
      <dgm:spPr/>
      <dgm:t>
        <a:bodyPr/>
        <a:lstStyle/>
        <a:p>
          <a:endParaRPr lang="en-US"/>
        </a:p>
      </dgm:t>
    </dgm:pt>
    <dgm:pt modelId="{A0526D31-DBC3-4328-A941-DF63B7305D55}" type="pres">
      <dgm:prSet presAssocID="{CE0149EA-E504-409D-AE2A-C800349850DF}" presName="hierRoot2" presStyleCnt="0">
        <dgm:presLayoutVars>
          <dgm:hierBranch val="init"/>
        </dgm:presLayoutVars>
      </dgm:prSet>
      <dgm:spPr/>
    </dgm:pt>
    <dgm:pt modelId="{6C1B0693-45A0-4291-B6FB-2D2F6AE869BC}" type="pres">
      <dgm:prSet presAssocID="{CE0149EA-E504-409D-AE2A-C800349850DF}" presName="rootComposite" presStyleCnt="0"/>
      <dgm:spPr/>
    </dgm:pt>
    <dgm:pt modelId="{C7969C7C-5CB1-4128-A741-5DB6888F63D7}" type="pres">
      <dgm:prSet presAssocID="{CE0149EA-E504-409D-AE2A-C800349850DF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4F055E5-8B4B-4689-BA7E-8AFF03A57B1F}" type="pres">
      <dgm:prSet presAssocID="{CE0149EA-E504-409D-AE2A-C800349850DF}" presName="rootConnector" presStyleLbl="node2" presStyleIdx="2" presStyleCnt="3"/>
      <dgm:spPr/>
      <dgm:t>
        <a:bodyPr/>
        <a:lstStyle/>
        <a:p>
          <a:endParaRPr lang="en-US"/>
        </a:p>
      </dgm:t>
    </dgm:pt>
    <dgm:pt modelId="{8CC19027-860A-4F32-A95A-7FBD29D838B7}" type="pres">
      <dgm:prSet presAssocID="{CE0149EA-E504-409D-AE2A-C800349850DF}" presName="hierChild4" presStyleCnt="0"/>
      <dgm:spPr/>
    </dgm:pt>
    <dgm:pt modelId="{E9A617EB-19A1-477E-9763-1405E3BCC7F2}" type="pres">
      <dgm:prSet presAssocID="{CE0149EA-E504-409D-AE2A-C800349850DF}" presName="hierChild5" presStyleCnt="0"/>
      <dgm:spPr/>
    </dgm:pt>
    <dgm:pt modelId="{52883227-27D7-492B-914C-74F0D229FB90}" type="pres">
      <dgm:prSet presAssocID="{86A661B4-E2F1-4BF7-8781-5018FD0D03D7}" presName="hierChild3" presStyleCnt="0"/>
      <dgm:spPr/>
    </dgm:pt>
  </dgm:ptLst>
  <dgm:cxnLst>
    <dgm:cxn modelId="{050E4CA5-7BDB-4F87-B7BC-1582C1E13D62}" srcId="{86A661B4-E2F1-4BF7-8781-5018FD0D03D7}" destId="{CE0149EA-E504-409D-AE2A-C800349850DF}" srcOrd="2" destOrd="0" parTransId="{12560B95-ADA0-4441-AEC9-01F585E335AC}" sibTransId="{35CE567A-B8E4-4969-85A1-7683136A5E86}"/>
    <dgm:cxn modelId="{3570268F-486D-478E-9D7D-83AA69B3C3DC}" type="presOf" srcId="{44439C04-B884-41DC-9013-A5F7DB051BA9}" destId="{25AD1EA3-A4EA-43BC-A0F1-7129FEF1AF6A}" srcOrd="1" destOrd="0" presId="urn:microsoft.com/office/officeart/2005/8/layout/orgChart1"/>
    <dgm:cxn modelId="{63CBECC4-7468-4B0C-9E16-215E313D3946}" type="presOf" srcId="{12560B95-ADA0-4441-AEC9-01F585E335AC}" destId="{06FDD0F4-78B8-4C70-86BC-B13DEA1AB683}" srcOrd="0" destOrd="0" presId="urn:microsoft.com/office/officeart/2005/8/layout/orgChart1"/>
    <dgm:cxn modelId="{DA3BA4A3-4883-40BA-AB10-8FF8900A5FCC}" type="presOf" srcId="{3309B766-F10F-4A0E-A857-E47D4DF1ABE4}" destId="{7590F29F-677D-4402-8774-CEBD295BDC48}" srcOrd="0" destOrd="0" presId="urn:microsoft.com/office/officeart/2005/8/layout/orgChart1"/>
    <dgm:cxn modelId="{DFD425BF-2C3E-4E71-B027-DE543A2B03BF}" srcId="{86A661B4-E2F1-4BF7-8781-5018FD0D03D7}" destId="{1F348E67-BACC-44B5-B58B-DEEB4618A74B}" srcOrd="1" destOrd="0" parTransId="{B4E0846C-B5A8-4AF7-A107-2F057AD3D233}" sibTransId="{66F759DD-D942-4506-950D-AFAF50D1A97B}"/>
    <dgm:cxn modelId="{DA0350FD-D456-4B35-89D2-956292D5831A}" type="presOf" srcId="{86A661B4-E2F1-4BF7-8781-5018FD0D03D7}" destId="{6CAF43DB-5324-4152-8987-6CBE5E069E0C}" srcOrd="0" destOrd="0" presId="urn:microsoft.com/office/officeart/2005/8/layout/orgChart1"/>
    <dgm:cxn modelId="{9454360B-9052-4D2E-96C4-A77BA8C4B439}" type="presOf" srcId="{CE0149EA-E504-409D-AE2A-C800349850DF}" destId="{74F055E5-8B4B-4689-BA7E-8AFF03A57B1F}" srcOrd="1" destOrd="0" presId="urn:microsoft.com/office/officeart/2005/8/layout/orgChart1"/>
    <dgm:cxn modelId="{9AA171E8-7069-416D-B9C4-DD74E01DFBAC}" type="presOf" srcId="{44439C04-B884-41DC-9013-A5F7DB051BA9}" destId="{422DE309-B015-4175-A46F-D1C3C572C660}" srcOrd="0" destOrd="0" presId="urn:microsoft.com/office/officeart/2005/8/layout/orgChart1"/>
    <dgm:cxn modelId="{2ADFC754-ACE4-4733-9D9B-D555314EEC46}" type="presOf" srcId="{B4E0846C-B5A8-4AF7-A107-2F057AD3D233}" destId="{7C2AC309-7FA8-4782-BEC2-FDB7264F29AA}" srcOrd="0" destOrd="0" presId="urn:microsoft.com/office/officeart/2005/8/layout/orgChart1"/>
    <dgm:cxn modelId="{4725EA5D-F837-4E16-A5A2-9B5DC1056167}" type="presOf" srcId="{E659A51C-6698-4FFA-93C3-DBCE1D69D6B1}" destId="{AE0CC308-DAB5-4CBC-890F-BE051AC1FB58}" srcOrd="0" destOrd="0" presId="urn:microsoft.com/office/officeart/2005/8/layout/orgChart1"/>
    <dgm:cxn modelId="{E0A0A80E-3FC5-4C47-ADEC-9783F170F7F6}" type="presOf" srcId="{CE0149EA-E504-409D-AE2A-C800349850DF}" destId="{C7969C7C-5CB1-4128-A741-5DB6888F63D7}" srcOrd="0" destOrd="0" presId="urn:microsoft.com/office/officeart/2005/8/layout/orgChart1"/>
    <dgm:cxn modelId="{E7E91A63-CCE9-4D14-92AA-7EE87CA66D60}" srcId="{3309B766-F10F-4A0E-A857-E47D4DF1ABE4}" destId="{86A661B4-E2F1-4BF7-8781-5018FD0D03D7}" srcOrd="0" destOrd="0" parTransId="{FD89287D-8E33-4279-9B66-4A7FE36D7066}" sibTransId="{5B1F572F-0493-4AB4-9F66-1802A2697B9C}"/>
    <dgm:cxn modelId="{0BD427A0-C408-4991-9C6D-2F12D5ACD5C1}" type="presOf" srcId="{1F348E67-BACC-44B5-B58B-DEEB4618A74B}" destId="{470BA890-0050-4A41-9094-D2B0E218061D}" srcOrd="1" destOrd="0" presId="urn:microsoft.com/office/officeart/2005/8/layout/orgChart1"/>
    <dgm:cxn modelId="{666475B1-3CEF-4380-B557-8A3F82220D91}" srcId="{86A661B4-E2F1-4BF7-8781-5018FD0D03D7}" destId="{44439C04-B884-41DC-9013-A5F7DB051BA9}" srcOrd="0" destOrd="0" parTransId="{E659A51C-6698-4FFA-93C3-DBCE1D69D6B1}" sibTransId="{B326B783-6D6F-4552-A981-1F6110973952}"/>
    <dgm:cxn modelId="{B9BAD96B-8ED0-443A-A67D-39CB75EBA492}" type="presOf" srcId="{1F348E67-BACC-44B5-B58B-DEEB4618A74B}" destId="{618DD3B8-D1A3-471A-86A4-4E0783BE867C}" srcOrd="0" destOrd="0" presId="urn:microsoft.com/office/officeart/2005/8/layout/orgChart1"/>
    <dgm:cxn modelId="{3BBE0A74-51AD-47BF-9B38-E17B5FF87766}" type="presOf" srcId="{86A661B4-E2F1-4BF7-8781-5018FD0D03D7}" destId="{C9EDBC50-4D11-4777-870B-5B2096773CA9}" srcOrd="1" destOrd="0" presId="urn:microsoft.com/office/officeart/2005/8/layout/orgChart1"/>
    <dgm:cxn modelId="{D49F5224-1FE4-4F82-A4CA-EDC3DB03649F}" type="presParOf" srcId="{7590F29F-677D-4402-8774-CEBD295BDC48}" destId="{3AA80EE9-6953-4D51-9871-A46F395F2794}" srcOrd="0" destOrd="0" presId="urn:microsoft.com/office/officeart/2005/8/layout/orgChart1"/>
    <dgm:cxn modelId="{CD6FF54D-B516-426F-9C83-B7F2AD62C7FB}" type="presParOf" srcId="{3AA80EE9-6953-4D51-9871-A46F395F2794}" destId="{80C5AB05-3F42-466A-B8E4-32D2BDBD2AA4}" srcOrd="0" destOrd="0" presId="urn:microsoft.com/office/officeart/2005/8/layout/orgChart1"/>
    <dgm:cxn modelId="{526271E4-FCEC-44E0-A27A-4FE24EC602EA}" type="presParOf" srcId="{80C5AB05-3F42-466A-B8E4-32D2BDBD2AA4}" destId="{6CAF43DB-5324-4152-8987-6CBE5E069E0C}" srcOrd="0" destOrd="0" presId="urn:microsoft.com/office/officeart/2005/8/layout/orgChart1"/>
    <dgm:cxn modelId="{00129B71-C74E-4271-9D39-30E5B530002D}" type="presParOf" srcId="{80C5AB05-3F42-466A-B8E4-32D2BDBD2AA4}" destId="{C9EDBC50-4D11-4777-870B-5B2096773CA9}" srcOrd="1" destOrd="0" presId="urn:microsoft.com/office/officeart/2005/8/layout/orgChart1"/>
    <dgm:cxn modelId="{4ABB13E6-112C-4333-82DF-F3B291A27C03}" type="presParOf" srcId="{3AA80EE9-6953-4D51-9871-A46F395F2794}" destId="{9EAE61A5-5926-4815-BC5C-9505183F2AA0}" srcOrd="1" destOrd="0" presId="urn:microsoft.com/office/officeart/2005/8/layout/orgChart1"/>
    <dgm:cxn modelId="{BEC12013-9066-470C-A83D-DAD689049165}" type="presParOf" srcId="{9EAE61A5-5926-4815-BC5C-9505183F2AA0}" destId="{AE0CC308-DAB5-4CBC-890F-BE051AC1FB58}" srcOrd="0" destOrd="0" presId="urn:microsoft.com/office/officeart/2005/8/layout/orgChart1"/>
    <dgm:cxn modelId="{4ACB066F-D67F-4589-9239-B36954826410}" type="presParOf" srcId="{9EAE61A5-5926-4815-BC5C-9505183F2AA0}" destId="{853D3389-E4BA-44E0-902B-A2DA6838CEC3}" srcOrd="1" destOrd="0" presId="urn:microsoft.com/office/officeart/2005/8/layout/orgChart1"/>
    <dgm:cxn modelId="{888645EF-E0FA-4860-8B5D-0445C74158E4}" type="presParOf" srcId="{853D3389-E4BA-44E0-902B-A2DA6838CEC3}" destId="{A4DA3A17-91A0-4996-8A4B-AB2ED66261C9}" srcOrd="0" destOrd="0" presId="urn:microsoft.com/office/officeart/2005/8/layout/orgChart1"/>
    <dgm:cxn modelId="{EF4B807C-EA94-4075-8BC1-64F65A07A914}" type="presParOf" srcId="{A4DA3A17-91A0-4996-8A4B-AB2ED66261C9}" destId="{422DE309-B015-4175-A46F-D1C3C572C660}" srcOrd="0" destOrd="0" presId="urn:microsoft.com/office/officeart/2005/8/layout/orgChart1"/>
    <dgm:cxn modelId="{2D12568C-AC4B-4F8A-A772-050DFF2371D8}" type="presParOf" srcId="{A4DA3A17-91A0-4996-8A4B-AB2ED66261C9}" destId="{25AD1EA3-A4EA-43BC-A0F1-7129FEF1AF6A}" srcOrd="1" destOrd="0" presId="urn:microsoft.com/office/officeart/2005/8/layout/orgChart1"/>
    <dgm:cxn modelId="{DE156D3F-ADB9-4DE6-BCC1-6E351805A9E3}" type="presParOf" srcId="{853D3389-E4BA-44E0-902B-A2DA6838CEC3}" destId="{BE1CF1C2-68B2-4483-ADEE-EB5806320C79}" srcOrd="1" destOrd="0" presId="urn:microsoft.com/office/officeart/2005/8/layout/orgChart1"/>
    <dgm:cxn modelId="{B438184B-6320-44F6-9EF9-C32898BCE11A}" type="presParOf" srcId="{853D3389-E4BA-44E0-902B-A2DA6838CEC3}" destId="{0A5FA992-47AB-4462-A3C0-76227D24546B}" srcOrd="2" destOrd="0" presId="urn:microsoft.com/office/officeart/2005/8/layout/orgChart1"/>
    <dgm:cxn modelId="{9341C7FF-18E4-46E7-A052-BEDCE7A9EFD6}" type="presParOf" srcId="{9EAE61A5-5926-4815-BC5C-9505183F2AA0}" destId="{7C2AC309-7FA8-4782-BEC2-FDB7264F29AA}" srcOrd="2" destOrd="0" presId="urn:microsoft.com/office/officeart/2005/8/layout/orgChart1"/>
    <dgm:cxn modelId="{C964F7A2-53F5-4051-BBB1-B7078DF82278}" type="presParOf" srcId="{9EAE61A5-5926-4815-BC5C-9505183F2AA0}" destId="{387FDE12-C509-4B91-B2EC-347694E58E70}" srcOrd="3" destOrd="0" presId="urn:microsoft.com/office/officeart/2005/8/layout/orgChart1"/>
    <dgm:cxn modelId="{0FD55B69-0E60-42DF-AB9A-F0F7DA5F844C}" type="presParOf" srcId="{387FDE12-C509-4B91-B2EC-347694E58E70}" destId="{DA76244C-3B66-4481-8797-CB948A74308E}" srcOrd="0" destOrd="0" presId="urn:microsoft.com/office/officeart/2005/8/layout/orgChart1"/>
    <dgm:cxn modelId="{5C3DD213-8CAE-473E-B029-F51E32ED3DE4}" type="presParOf" srcId="{DA76244C-3B66-4481-8797-CB948A74308E}" destId="{618DD3B8-D1A3-471A-86A4-4E0783BE867C}" srcOrd="0" destOrd="0" presId="urn:microsoft.com/office/officeart/2005/8/layout/orgChart1"/>
    <dgm:cxn modelId="{5A575F86-8B4B-4153-866A-8A135F3240F3}" type="presParOf" srcId="{DA76244C-3B66-4481-8797-CB948A74308E}" destId="{470BA890-0050-4A41-9094-D2B0E218061D}" srcOrd="1" destOrd="0" presId="urn:microsoft.com/office/officeart/2005/8/layout/orgChart1"/>
    <dgm:cxn modelId="{5FA71342-8019-4CCB-9E2A-2488F5AE4D6D}" type="presParOf" srcId="{387FDE12-C509-4B91-B2EC-347694E58E70}" destId="{BB6D0905-2652-4518-ADCB-80791E71D3C4}" srcOrd="1" destOrd="0" presId="urn:microsoft.com/office/officeart/2005/8/layout/orgChart1"/>
    <dgm:cxn modelId="{011CF199-803E-43E9-A311-02ACA98CF351}" type="presParOf" srcId="{387FDE12-C509-4B91-B2EC-347694E58E70}" destId="{F4F7DED2-B515-434D-87AE-ABFD5D453762}" srcOrd="2" destOrd="0" presId="urn:microsoft.com/office/officeart/2005/8/layout/orgChart1"/>
    <dgm:cxn modelId="{438F5743-6D62-43AC-859E-F9F680DE080E}" type="presParOf" srcId="{9EAE61A5-5926-4815-BC5C-9505183F2AA0}" destId="{06FDD0F4-78B8-4C70-86BC-B13DEA1AB683}" srcOrd="4" destOrd="0" presId="urn:microsoft.com/office/officeart/2005/8/layout/orgChart1"/>
    <dgm:cxn modelId="{D85E6932-21C4-4568-B401-F543B0C5E30B}" type="presParOf" srcId="{9EAE61A5-5926-4815-BC5C-9505183F2AA0}" destId="{A0526D31-DBC3-4328-A941-DF63B7305D55}" srcOrd="5" destOrd="0" presId="urn:microsoft.com/office/officeart/2005/8/layout/orgChart1"/>
    <dgm:cxn modelId="{EA0E0B3F-A77E-47A3-AC18-DE60D7F32C24}" type="presParOf" srcId="{A0526D31-DBC3-4328-A941-DF63B7305D55}" destId="{6C1B0693-45A0-4291-B6FB-2D2F6AE869BC}" srcOrd="0" destOrd="0" presId="urn:microsoft.com/office/officeart/2005/8/layout/orgChart1"/>
    <dgm:cxn modelId="{D72784A9-0E55-41E0-A406-626EC08DD4B1}" type="presParOf" srcId="{6C1B0693-45A0-4291-B6FB-2D2F6AE869BC}" destId="{C7969C7C-5CB1-4128-A741-5DB6888F63D7}" srcOrd="0" destOrd="0" presId="urn:microsoft.com/office/officeart/2005/8/layout/orgChart1"/>
    <dgm:cxn modelId="{712442E8-A644-49ED-AEA0-0D47E45E52B3}" type="presParOf" srcId="{6C1B0693-45A0-4291-B6FB-2D2F6AE869BC}" destId="{74F055E5-8B4B-4689-BA7E-8AFF03A57B1F}" srcOrd="1" destOrd="0" presId="urn:microsoft.com/office/officeart/2005/8/layout/orgChart1"/>
    <dgm:cxn modelId="{35391269-2FB6-4643-8FCB-0D6F08108A32}" type="presParOf" srcId="{A0526D31-DBC3-4328-A941-DF63B7305D55}" destId="{8CC19027-860A-4F32-A95A-7FBD29D838B7}" srcOrd="1" destOrd="0" presId="urn:microsoft.com/office/officeart/2005/8/layout/orgChart1"/>
    <dgm:cxn modelId="{B0A2F030-239C-41DA-9CE0-8B93E2C19B6D}" type="presParOf" srcId="{A0526D31-DBC3-4328-A941-DF63B7305D55}" destId="{E9A617EB-19A1-477E-9763-1405E3BCC7F2}" srcOrd="2" destOrd="0" presId="urn:microsoft.com/office/officeart/2005/8/layout/orgChart1"/>
    <dgm:cxn modelId="{88D09AE1-81FB-43C4-A149-8CC24045D651}" type="presParOf" srcId="{3AA80EE9-6953-4D51-9871-A46F395F2794}" destId="{52883227-27D7-492B-914C-74F0D229FB9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3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8B6E19-9090-4E4C-8D11-435785A7B30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ADB8139-9200-47B5-BD94-5EFD4E15E415}">
      <dgm:prSet/>
      <dgm:spPr/>
      <dgm:t>
        <a:bodyPr/>
        <a:lstStyle/>
        <a:p>
          <a:pPr rtl="0"/>
          <a:r>
            <a:rPr lang="en-AE" dirty="0" smtClean="0"/>
            <a:t>DOS Interrupt</a:t>
          </a:r>
          <a:endParaRPr lang="en-GB" dirty="0"/>
        </a:p>
      </dgm:t>
    </dgm:pt>
    <dgm:pt modelId="{944168B4-5F17-4E37-B7CE-4F9D6B083E3E}" type="parTrans" cxnId="{63C29685-7785-4E33-AC03-A58E407E563C}">
      <dgm:prSet/>
      <dgm:spPr/>
      <dgm:t>
        <a:bodyPr/>
        <a:lstStyle/>
        <a:p>
          <a:endParaRPr lang="en-US"/>
        </a:p>
      </dgm:t>
    </dgm:pt>
    <dgm:pt modelId="{98DB02AF-D89F-466C-8AF8-F9477DFD7A60}" type="sibTrans" cxnId="{63C29685-7785-4E33-AC03-A58E407E563C}">
      <dgm:prSet/>
      <dgm:spPr/>
      <dgm:t>
        <a:bodyPr/>
        <a:lstStyle/>
        <a:p>
          <a:endParaRPr lang="en-US"/>
        </a:p>
      </dgm:t>
    </dgm:pt>
    <dgm:pt modelId="{A92ED8F0-9895-414E-9EC8-05C40720008A}">
      <dgm:prSet/>
      <dgm:spPr/>
      <dgm:t>
        <a:bodyPr/>
        <a:lstStyle/>
        <a:p>
          <a:pPr rtl="0"/>
          <a:r>
            <a:rPr lang="en-AE" smtClean="0"/>
            <a:t>Input &amp; Output</a:t>
          </a:r>
          <a:endParaRPr lang="en-GB"/>
        </a:p>
      </dgm:t>
    </dgm:pt>
    <dgm:pt modelId="{EAD81644-FE52-46FB-9F6E-9FB7B3D35552}" type="parTrans" cxnId="{9DCFC17A-912D-4EC2-B306-8D074EEA5442}">
      <dgm:prSet/>
      <dgm:spPr/>
      <dgm:t>
        <a:bodyPr/>
        <a:lstStyle/>
        <a:p>
          <a:endParaRPr lang="en-US"/>
        </a:p>
      </dgm:t>
    </dgm:pt>
    <dgm:pt modelId="{8325812F-7B1E-483B-B0E4-A30F3C8229D4}" type="sibTrans" cxnId="{9DCFC17A-912D-4EC2-B306-8D074EEA5442}">
      <dgm:prSet/>
      <dgm:spPr/>
      <dgm:t>
        <a:bodyPr/>
        <a:lstStyle/>
        <a:p>
          <a:endParaRPr lang="en-US"/>
        </a:p>
      </dgm:t>
    </dgm:pt>
    <dgm:pt modelId="{8EB78A89-03AF-48BD-B1CB-6DF04F2E7AB2}">
      <dgm:prSet/>
      <dgm:spPr/>
      <dgm:t>
        <a:bodyPr/>
        <a:lstStyle/>
        <a:p>
          <a:pPr rtl="0"/>
          <a:r>
            <a:rPr lang="en-AE" dirty="0" smtClean="0"/>
            <a:t>Display Prompts</a:t>
          </a:r>
          <a:endParaRPr lang="en-GB" dirty="0"/>
        </a:p>
      </dgm:t>
    </dgm:pt>
    <dgm:pt modelId="{F9D9319C-FEC5-4F03-9860-C68CF3A29208}" type="parTrans" cxnId="{A1ED8EF6-F5E5-4910-B642-1A76B3B9F5FF}">
      <dgm:prSet/>
      <dgm:spPr/>
      <dgm:t>
        <a:bodyPr/>
        <a:lstStyle/>
        <a:p>
          <a:endParaRPr lang="en-US"/>
        </a:p>
      </dgm:t>
    </dgm:pt>
    <dgm:pt modelId="{9E5CDB98-DD49-485F-AF5B-8AED36FB99EF}" type="sibTrans" cxnId="{A1ED8EF6-F5E5-4910-B642-1A76B3B9F5FF}">
      <dgm:prSet/>
      <dgm:spPr/>
      <dgm:t>
        <a:bodyPr/>
        <a:lstStyle/>
        <a:p>
          <a:endParaRPr lang="en-US"/>
        </a:p>
      </dgm:t>
    </dgm:pt>
    <dgm:pt modelId="{CFC1BD56-84D8-47C0-94C3-8703A07C83E2}">
      <dgm:prSet/>
      <dgm:spPr/>
      <dgm:t>
        <a:bodyPr/>
        <a:lstStyle/>
        <a:p>
          <a:pPr rtl="0"/>
          <a:r>
            <a:rPr lang="en-AE" dirty="0" smtClean="0"/>
            <a:t>Read User Input</a:t>
          </a:r>
          <a:endParaRPr lang="en-GB" dirty="0"/>
        </a:p>
      </dgm:t>
    </dgm:pt>
    <dgm:pt modelId="{01B2B7FA-891E-4EF2-8554-DE8BCA36DD0D}" type="parTrans" cxnId="{DB55A379-8C22-41F8-A41D-66D0EBD8015F}">
      <dgm:prSet/>
      <dgm:spPr/>
      <dgm:t>
        <a:bodyPr/>
        <a:lstStyle/>
        <a:p>
          <a:endParaRPr lang="en-US"/>
        </a:p>
      </dgm:t>
    </dgm:pt>
    <dgm:pt modelId="{6D6E078F-4601-49E3-874F-E99A8E6ADB28}" type="sibTrans" cxnId="{DB55A379-8C22-41F8-A41D-66D0EBD8015F}">
      <dgm:prSet/>
      <dgm:spPr/>
      <dgm:t>
        <a:bodyPr/>
        <a:lstStyle/>
        <a:p>
          <a:endParaRPr lang="en-US"/>
        </a:p>
      </dgm:t>
    </dgm:pt>
    <dgm:pt modelId="{B9869D5E-3936-42DD-B43F-FC88BF367A23}" type="pres">
      <dgm:prSet presAssocID="{958B6E19-9090-4E4C-8D11-435785A7B30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7811724F-CC3D-4C81-9ADD-5314594A5922}" type="pres">
      <dgm:prSet presAssocID="{FADB8139-9200-47B5-BD94-5EFD4E15E415}" presName="hierRoot1" presStyleCnt="0">
        <dgm:presLayoutVars>
          <dgm:hierBranch val="init"/>
        </dgm:presLayoutVars>
      </dgm:prSet>
      <dgm:spPr/>
    </dgm:pt>
    <dgm:pt modelId="{CB7D03DC-CE40-47F8-BAF6-A8507000DDD9}" type="pres">
      <dgm:prSet presAssocID="{FADB8139-9200-47B5-BD94-5EFD4E15E415}" presName="rootComposite1" presStyleCnt="0"/>
      <dgm:spPr/>
    </dgm:pt>
    <dgm:pt modelId="{143DD263-C2C4-46A2-87A3-8DB08FB3090E}" type="pres">
      <dgm:prSet presAssocID="{FADB8139-9200-47B5-BD94-5EFD4E15E415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863367-8E1C-4413-86C6-6F697BD34D35}" type="pres">
      <dgm:prSet presAssocID="{FADB8139-9200-47B5-BD94-5EFD4E15E415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A93EBA7-7A7A-4FDF-B8F6-E2CF82FB5068}" type="pres">
      <dgm:prSet presAssocID="{FADB8139-9200-47B5-BD94-5EFD4E15E415}" presName="hierChild2" presStyleCnt="0"/>
      <dgm:spPr/>
    </dgm:pt>
    <dgm:pt modelId="{0E92B5CE-E0F3-4FCF-95EB-E39E47609BA6}" type="pres">
      <dgm:prSet presAssocID="{EAD81644-FE52-46FB-9F6E-9FB7B3D35552}" presName="Name37" presStyleLbl="parChTrans1D2" presStyleIdx="0" presStyleCnt="3"/>
      <dgm:spPr/>
      <dgm:t>
        <a:bodyPr/>
        <a:lstStyle/>
        <a:p>
          <a:endParaRPr lang="en-US"/>
        </a:p>
      </dgm:t>
    </dgm:pt>
    <dgm:pt modelId="{DADE2847-6B23-4E7F-A1AE-EDE74F0CA9B6}" type="pres">
      <dgm:prSet presAssocID="{A92ED8F0-9895-414E-9EC8-05C40720008A}" presName="hierRoot2" presStyleCnt="0">
        <dgm:presLayoutVars>
          <dgm:hierBranch val="init"/>
        </dgm:presLayoutVars>
      </dgm:prSet>
      <dgm:spPr/>
    </dgm:pt>
    <dgm:pt modelId="{0087E2F7-32F8-4239-B834-25C46BA66803}" type="pres">
      <dgm:prSet presAssocID="{A92ED8F0-9895-414E-9EC8-05C40720008A}" presName="rootComposite" presStyleCnt="0"/>
      <dgm:spPr/>
    </dgm:pt>
    <dgm:pt modelId="{E83D6636-594D-45D0-9429-A6191454AF16}" type="pres">
      <dgm:prSet presAssocID="{A92ED8F0-9895-414E-9EC8-05C40720008A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AF05CD6-D1E2-41E1-AF4F-231CF28B9610}" type="pres">
      <dgm:prSet presAssocID="{A92ED8F0-9895-414E-9EC8-05C40720008A}" presName="rootConnector" presStyleLbl="node2" presStyleIdx="0" presStyleCnt="3"/>
      <dgm:spPr/>
      <dgm:t>
        <a:bodyPr/>
        <a:lstStyle/>
        <a:p>
          <a:endParaRPr lang="en-US"/>
        </a:p>
      </dgm:t>
    </dgm:pt>
    <dgm:pt modelId="{3DEDE1DB-72A4-4A1D-995A-7507A57BC4DD}" type="pres">
      <dgm:prSet presAssocID="{A92ED8F0-9895-414E-9EC8-05C40720008A}" presName="hierChild4" presStyleCnt="0"/>
      <dgm:spPr/>
    </dgm:pt>
    <dgm:pt modelId="{62E87A93-4A8F-48A4-B102-37DFCA87BD0B}" type="pres">
      <dgm:prSet presAssocID="{A92ED8F0-9895-414E-9EC8-05C40720008A}" presName="hierChild5" presStyleCnt="0"/>
      <dgm:spPr/>
    </dgm:pt>
    <dgm:pt modelId="{55B3F691-CDF3-4B6C-9CEF-A6DF0E1330EB}" type="pres">
      <dgm:prSet presAssocID="{F9D9319C-FEC5-4F03-9860-C68CF3A29208}" presName="Name37" presStyleLbl="parChTrans1D2" presStyleIdx="1" presStyleCnt="3"/>
      <dgm:spPr/>
      <dgm:t>
        <a:bodyPr/>
        <a:lstStyle/>
        <a:p>
          <a:endParaRPr lang="en-US"/>
        </a:p>
      </dgm:t>
    </dgm:pt>
    <dgm:pt modelId="{0D3B7648-C5FB-45EC-AE43-B613A7E4B00A}" type="pres">
      <dgm:prSet presAssocID="{8EB78A89-03AF-48BD-B1CB-6DF04F2E7AB2}" presName="hierRoot2" presStyleCnt="0">
        <dgm:presLayoutVars>
          <dgm:hierBranch val="init"/>
        </dgm:presLayoutVars>
      </dgm:prSet>
      <dgm:spPr/>
    </dgm:pt>
    <dgm:pt modelId="{11809FA0-49DD-4AA9-9721-381DE28F27DF}" type="pres">
      <dgm:prSet presAssocID="{8EB78A89-03AF-48BD-B1CB-6DF04F2E7AB2}" presName="rootComposite" presStyleCnt="0"/>
      <dgm:spPr/>
    </dgm:pt>
    <dgm:pt modelId="{0FA26FDF-C9CD-49DB-965A-456FAE55600D}" type="pres">
      <dgm:prSet presAssocID="{8EB78A89-03AF-48BD-B1CB-6DF04F2E7AB2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842CB47-69B1-48B9-916E-38B76B54519A}" type="pres">
      <dgm:prSet presAssocID="{8EB78A89-03AF-48BD-B1CB-6DF04F2E7AB2}" presName="rootConnector" presStyleLbl="node2" presStyleIdx="1" presStyleCnt="3"/>
      <dgm:spPr/>
      <dgm:t>
        <a:bodyPr/>
        <a:lstStyle/>
        <a:p>
          <a:endParaRPr lang="en-US"/>
        </a:p>
      </dgm:t>
    </dgm:pt>
    <dgm:pt modelId="{F5230CAD-4261-430D-811F-26F438755DA7}" type="pres">
      <dgm:prSet presAssocID="{8EB78A89-03AF-48BD-B1CB-6DF04F2E7AB2}" presName="hierChild4" presStyleCnt="0"/>
      <dgm:spPr/>
    </dgm:pt>
    <dgm:pt modelId="{FF136D8E-EDC3-412C-A5A7-F2B0D2A1580E}" type="pres">
      <dgm:prSet presAssocID="{8EB78A89-03AF-48BD-B1CB-6DF04F2E7AB2}" presName="hierChild5" presStyleCnt="0"/>
      <dgm:spPr/>
    </dgm:pt>
    <dgm:pt modelId="{DE7A151B-DB85-4D0A-B847-B19EC5592C5F}" type="pres">
      <dgm:prSet presAssocID="{01B2B7FA-891E-4EF2-8554-DE8BCA36DD0D}" presName="Name37" presStyleLbl="parChTrans1D2" presStyleIdx="2" presStyleCnt="3"/>
      <dgm:spPr/>
      <dgm:t>
        <a:bodyPr/>
        <a:lstStyle/>
        <a:p>
          <a:endParaRPr lang="en-US"/>
        </a:p>
      </dgm:t>
    </dgm:pt>
    <dgm:pt modelId="{08707CA1-4135-4E3A-AD4D-2FF8D73FCF49}" type="pres">
      <dgm:prSet presAssocID="{CFC1BD56-84D8-47C0-94C3-8703A07C83E2}" presName="hierRoot2" presStyleCnt="0">
        <dgm:presLayoutVars>
          <dgm:hierBranch val="init"/>
        </dgm:presLayoutVars>
      </dgm:prSet>
      <dgm:spPr/>
    </dgm:pt>
    <dgm:pt modelId="{115544E0-803B-4448-B5A1-0278B4DFD6A7}" type="pres">
      <dgm:prSet presAssocID="{CFC1BD56-84D8-47C0-94C3-8703A07C83E2}" presName="rootComposite" presStyleCnt="0"/>
      <dgm:spPr/>
    </dgm:pt>
    <dgm:pt modelId="{B9026D95-61FA-447D-A6A0-DD1009F22397}" type="pres">
      <dgm:prSet presAssocID="{CFC1BD56-84D8-47C0-94C3-8703A07C83E2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1E8A20-8167-4CAB-978A-A1DDC0736B45}" type="pres">
      <dgm:prSet presAssocID="{CFC1BD56-84D8-47C0-94C3-8703A07C83E2}" presName="rootConnector" presStyleLbl="node2" presStyleIdx="2" presStyleCnt="3"/>
      <dgm:spPr/>
      <dgm:t>
        <a:bodyPr/>
        <a:lstStyle/>
        <a:p>
          <a:endParaRPr lang="en-US"/>
        </a:p>
      </dgm:t>
    </dgm:pt>
    <dgm:pt modelId="{2A59816F-44F3-47EC-A604-2FFA6BD38541}" type="pres">
      <dgm:prSet presAssocID="{CFC1BD56-84D8-47C0-94C3-8703A07C83E2}" presName="hierChild4" presStyleCnt="0"/>
      <dgm:spPr/>
    </dgm:pt>
    <dgm:pt modelId="{EB3887D6-4C7F-4920-A5B1-78AC6BB84E3A}" type="pres">
      <dgm:prSet presAssocID="{CFC1BD56-84D8-47C0-94C3-8703A07C83E2}" presName="hierChild5" presStyleCnt="0"/>
      <dgm:spPr/>
    </dgm:pt>
    <dgm:pt modelId="{7BC8CEAC-19C4-4AE8-96CB-ABA16319612D}" type="pres">
      <dgm:prSet presAssocID="{FADB8139-9200-47B5-BD94-5EFD4E15E415}" presName="hierChild3" presStyleCnt="0"/>
      <dgm:spPr/>
    </dgm:pt>
  </dgm:ptLst>
  <dgm:cxnLst>
    <dgm:cxn modelId="{5282A2CE-E543-44C7-9755-9BC1F9A1F8F2}" type="presOf" srcId="{EAD81644-FE52-46FB-9F6E-9FB7B3D35552}" destId="{0E92B5CE-E0F3-4FCF-95EB-E39E47609BA6}" srcOrd="0" destOrd="0" presId="urn:microsoft.com/office/officeart/2005/8/layout/orgChart1"/>
    <dgm:cxn modelId="{37968978-AA6D-47B8-811D-EB4AE384EA9A}" type="presOf" srcId="{FADB8139-9200-47B5-BD94-5EFD4E15E415}" destId="{1F863367-8E1C-4413-86C6-6F697BD34D35}" srcOrd="1" destOrd="0" presId="urn:microsoft.com/office/officeart/2005/8/layout/orgChart1"/>
    <dgm:cxn modelId="{A1ED8EF6-F5E5-4910-B642-1A76B3B9F5FF}" srcId="{FADB8139-9200-47B5-BD94-5EFD4E15E415}" destId="{8EB78A89-03AF-48BD-B1CB-6DF04F2E7AB2}" srcOrd="1" destOrd="0" parTransId="{F9D9319C-FEC5-4F03-9860-C68CF3A29208}" sibTransId="{9E5CDB98-DD49-485F-AF5B-8AED36FB99EF}"/>
    <dgm:cxn modelId="{36EF29AF-ACB3-484E-9077-6584C0085920}" type="presOf" srcId="{CFC1BD56-84D8-47C0-94C3-8703A07C83E2}" destId="{B9026D95-61FA-447D-A6A0-DD1009F22397}" srcOrd="0" destOrd="0" presId="urn:microsoft.com/office/officeart/2005/8/layout/orgChart1"/>
    <dgm:cxn modelId="{4C72CAE4-45DD-4470-9D65-9F103B47B175}" type="presOf" srcId="{8EB78A89-03AF-48BD-B1CB-6DF04F2E7AB2}" destId="{8842CB47-69B1-48B9-916E-38B76B54519A}" srcOrd="1" destOrd="0" presId="urn:microsoft.com/office/officeart/2005/8/layout/orgChart1"/>
    <dgm:cxn modelId="{DB55A379-8C22-41F8-A41D-66D0EBD8015F}" srcId="{FADB8139-9200-47B5-BD94-5EFD4E15E415}" destId="{CFC1BD56-84D8-47C0-94C3-8703A07C83E2}" srcOrd="2" destOrd="0" parTransId="{01B2B7FA-891E-4EF2-8554-DE8BCA36DD0D}" sibTransId="{6D6E078F-4601-49E3-874F-E99A8E6ADB28}"/>
    <dgm:cxn modelId="{134BA346-42DC-4DA5-AEEE-F20605EB31F0}" type="presOf" srcId="{8EB78A89-03AF-48BD-B1CB-6DF04F2E7AB2}" destId="{0FA26FDF-C9CD-49DB-965A-456FAE55600D}" srcOrd="0" destOrd="0" presId="urn:microsoft.com/office/officeart/2005/8/layout/orgChart1"/>
    <dgm:cxn modelId="{AB8E043C-3A57-4B3C-B884-78852E68B0B3}" type="presOf" srcId="{958B6E19-9090-4E4C-8D11-435785A7B303}" destId="{B9869D5E-3936-42DD-B43F-FC88BF367A23}" srcOrd="0" destOrd="0" presId="urn:microsoft.com/office/officeart/2005/8/layout/orgChart1"/>
    <dgm:cxn modelId="{F8549072-34CE-4F3F-BCFE-102A88B04797}" type="presOf" srcId="{A92ED8F0-9895-414E-9EC8-05C40720008A}" destId="{DAF05CD6-D1E2-41E1-AF4F-231CF28B9610}" srcOrd="1" destOrd="0" presId="urn:microsoft.com/office/officeart/2005/8/layout/orgChart1"/>
    <dgm:cxn modelId="{63C29685-7785-4E33-AC03-A58E407E563C}" srcId="{958B6E19-9090-4E4C-8D11-435785A7B303}" destId="{FADB8139-9200-47B5-BD94-5EFD4E15E415}" srcOrd="0" destOrd="0" parTransId="{944168B4-5F17-4E37-B7CE-4F9D6B083E3E}" sibTransId="{98DB02AF-D89F-466C-8AF8-F9477DFD7A60}"/>
    <dgm:cxn modelId="{0B41E365-8885-47BC-BA7B-8AF0E3E6D24D}" type="presOf" srcId="{A92ED8F0-9895-414E-9EC8-05C40720008A}" destId="{E83D6636-594D-45D0-9429-A6191454AF16}" srcOrd="0" destOrd="0" presId="urn:microsoft.com/office/officeart/2005/8/layout/orgChart1"/>
    <dgm:cxn modelId="{894E5E68-6F8E-4B48-AFB0-644128CD00AE}" type="presOf" srcId="{01B2B7FA-891E-4EF2-8554-DE8BCA36DD0D}" destId="{DE7A151B-DB85-4D0A-B847-B19EC5592C5F}" srcOrd="0" destOrd="0" presId="urn:microsoft.com/office/officeart/2005/8/layout/orgChart1"/>
    <dgm:cxn modelId="{D57839FF-4A06-48A4-97D4-8FD842477BC0}" type="presOf" srcId="{CFC1BD56-84D8-47C0-94C3-8703A07C83E2}" destId="{CF1E8A20-8167-4CAB-978A-A1DDC0736B45}" srcOrd="1" destOrd="0" presId="urn:microsoft.com/office/officeart/2005/8/layout/orgChart1"/>
    <dgm:cxn modelId="{9DCFC17A-912D-4EC2-B306-8D074EEA5442}" srcId="{FADB8139-9200-47B5-BD94-5EFD4E15E415}" destId="{A92ED8F0-9895-414E-9EC8-05C40720008A}" srcOrd="0" destOrd="0" parTransId="{EAD81644-FE52-46FB-9F6E-9FB7B3D35552}" sibTransId="{8325812F-7B1E-483B-B0E4-A30F3C8229D4}"/>
    <dgm:cxn modelId="{8F1CEDD5-0B4A-4D6F-8B53-E724E6CCB50F}" type="presOf" srcId="{FADB8139-9200-47B5-BD94-5EFD4E15E415}" destId="{143DD263-C2C4-46A2-87A3-8DB08FB3090E}" srcOrd="0" destOrd="0" presId="urn:microsoft.com/office/officeart/2005/8/layout/orgChart1"/>
    <dgm:cxn modelId="{6B7B986A-72E0-4A2C-A7A0-9688CDFAA999}" type="presOf" srcId="{F9D9319C-FEC5-4F03-9860-C68CF3A29208}" destId="{55B3F691-CDF3-4B6C-9CEF-A6DF0E1330EB}" srcOrd="0" destOrd="0" presId="urn:microsoft.com/office/officeart/2005/8/layout/orgChart1"/>
    <dgm:cxn modelId="{04F3102D-D745-459E-ABCC-C234B03A3584}" type="presParOf" srcId="{B9869D5E-3936-42DD-B43F-FC88BF367A23}" destId="{7811724F-CC3D-4C81-9ADD-5314594A5922}" srcOrd="0" destOrd="0" presId="urn:microsoft.com/office/officeart/2005/8/layout/orgChart1"/>
    <dgm:cxn modelId="{A7F2F672-0CB1-4124-8C9C-A003B1893ED4}" type="presParOf" srcId="{7811724F-CC3D-4C81-9ADD-5314594A5922}" destId="{CB7D03DC-CE40-47F8-BAF6-A8507000DDD9}" srcOrd="0" destOrd="0" presId="urn:microsoft.com/office/officeart/2005/8/layout/orgChart1"/>
    <dgm:cxn modelId="{9BF27A97-7D02-4ECD-BD24-342009A954F1}" type="presParOf" srcId="{CB7D03DC-CE40-47F8-BAF6-A8507000DDD9}" destId="{143DD263-C2C4-46A2-87A3-8DB08FB3090E}" srcOrd="0" destOrd="0" presId="urn:microsoft.com/office/officeart/2005/8/layout/orgChart1"/>
    <dgm:cxn modelId="{C08EC1E9-7BBD-46A3-B698-A2E0BD6E7454}" type="presParOf" srcId="{CB7D03DC-CE40-47F8-BAF6-A8507000DDD9}" destId="{1F863367-8E1C-4413-86C6-6F697BD34D35}" srcOrd="1" destOrd="0" presId="urn:microsoft.com/office/officeart/2005/8/layout/orgChart1"/>
    <dgm:cxn modelId="{BC538133-22A6-4A0F-93CC-44307C69583B}" type="presParOf" srcId="{7811724F-CC3D-4C81-9ADD-5314594A5922}" destId="{CA93EBA7-7A7A-4FDF-B8F6-E2CF82FB5068}" srcOrd="1" destOrd="0" presId="urn:microsoft.com/office/officeart/2005/8/layout/orgChart1"/>
    <dgm:cxn modelId="{4F84D4C5-BE96-4EEF-9BF1-61BF5CFB309D}" type="presParOf" srcId="{CA93EBA7-7A7A-4FDF-B8F6-E2CF82FB5068}" destId="{0E92B5CE-E0F3-4FCF-95EB-E39E47609BA6}" srcOrd="0" destOrd="0" presId="urn:microsoft.com/office/officeart/2005/8/layout/orgChart1"/>
    <dgm:cxn modelId="{5D17073F-7D91-4089-8E78-1A9D26DEEB57}" type="presParOf" srcId="{CA93EBA7-7A7A-4FDF-B8F6-E2CF82FB5068}" destId="{DADE2847-6B23-4E7F-A1AE-EDE74F0CA9B6}" srcOrd="1" destOrd="0" presId="urn:microsoft.com/office/officeart/2005/8/layout/orgChart1"/>
    <dgm:cxn modelId="{C1750EED-726F-4920-BDB3-E43A63C3F7FD}" type="presParOf" srcId="{DADE2847-6B23-4E7F-A1AE-EDE74F0CA9B6}" destId="{0087E2F7-32F8-4239-B834-25C46BA66803}" srcOrd="0" destOrd="0" presId="urn:microsoft.com/office/officeart/2005/8/layout/orgChart1"/>
    <dgm:cxn modelId="{5BEE2841-94D9-414E-A310-1CE7789BE655}" type="presParOf" srcId="{0087E2F7-32F8-4239-B834-25C46BA66803}" destId="{E83D6636-594D-45D0-9429-A6191454AF16}" srcOrd="0" destOrd="0" presId="urn:microsoft.com/office/officeart/2005/8/layout/orgChart1"/>
    <dgm:cxn modelId="{48C6D231-69D4-481C-89F1-2581A1270D41}" type="presParOf" srcId="{0087E2F7-32F8-4239-B834-25C46BA66803}" destId="{DAF05CD6-D1E2-41E1-AF4F-231CF28B9610}" srcOrd="1" destOrd="0" presId="urn:microsoft.com/office/officeart/2005/8/layout/orgChart1"/>
    <dgm:cxn modelId="{8561F72F-C0FB-4FFB-A5D7-5F71AA9E8AA7}" type="presParOf" srcId="{DADE2847-6B23-4E7F-A1AE-EDE74F0CA9B6}" destId="{3DEDE1DB-72A4-4A1D-995A-7507A57BC4DD}" srcOrd="1" destOrd="0" presId="urn:microsoft.com/office/officeart/2005/8/layout/orgChart1"/>
    <dgm:cxn modelId="{C8BA371E-ED77-41C4-8539-5BA828F738A3}" type="presParOf" srcId="{DADE2847-6B23-4E7F-A1AE-EDE74F0CA9B6}" destId="{62E87A93-4A8F-48A4-B102-37DFCA87BD0B}" srcOrd="2" destOrd="0" presId="urn:microsoft.com/office/officeart/2005/8/layout/orgChart1"/>
    <dgm:cxn modelId="{1FF9C046-1670-4DED-9BC9-D4A7E8C1C6D8}" type="presParOf" srcId="{CA93EBA7-7A7A-4FDF-B8F6-E2CF82FB5068}" destId="{55B3F691-CDF3-4B6C-9CEF-A6DF0E1330EB}" srcOrd="2" destOrd="0" presId="urn:microsoft.com/office/officeart/2005/8/layout/orgChart1"/>
    <dgm:cxn modelId="{DF46ED42-CBD1-4B0D-959B-971E4A8B31CC}" type="presParOf" srcId="{CA93EBA7-7A7A-4FDF-B8F6-E2CF82FB5068}" destId="{0D3B7648-C5FB-45EC-AE43-B613A7E4B00A}" srcOrd="3" destOrd="0" presId="urn:microsoft.com/office/officeart/2005/8/layout/orgChart1"/>
    <dgm:cxn modelId="{F5F5B5AA-DBF4-4543-AE2D-70CBAB77CCFD}" type="presParOf" srcId="{0D3B7648-C5FB-45EC-AE43-B613A7E4B00A}" destId="{11809FA0-49DD-4AA9-9721-381DE28F27DF}" srcOrd="0" destOrd="0" presId="urn:microsoft.com/office/officeart/2005/8/layout/orgChart1"/>
    <dgm:cxn modelId="{E2E1E211-962B-488B-B6F6-A761FBCF5637}" type="presParOf" srcId="{11809FA0-49DD-4AA9-9721-381DE28F27DF}" destId="{0FA26FDF-C9CD-49DB-965A-456FAE55600D}" srcOrd="0" destOrd="0" presId="urn:microsoft.com/office/officeart/2005/8/layout/orgChart1"/>
    <dgm:cxn modelId="{A63CAB09-2A2E-41A3-B7B8-503ED83EF11C}" type="presParOf" srcId="{11809FA0-49DD-4AA9-9721-381DE28F27DF}" destId="{8842CB47-69B1-48B9-916E-38B76B54519A}" srcOrd="1" destOrd="0" presId="urn:microsoft.com/office/officeart/2005/8/layout/orgChart1"/>
    <dgm:cxn modelId="{79AD52F1-70B6-488E-BF70-A46FA13B270C}" type="presParOf" srcId="{0D3B7648-C5FB-45EC-AE43-B613A7E4B00A}" destId="{F5230CAD-4261-430D-811F-26F438755DA7}" srcOrd="1" destOrd="0" presId="urn:microsoft.com/office/officeart/2005/8/layout/orgChart1"/>
    <dgm:cxn modelId="{21F54714-81ED-4D5D-B7C6-7331D6706B7A}" type="presParOf" srcId="{0D3B7648-C5FB-45EC-AE43-B613A7E4B00A}" destId="{FF136D8E-EDC3-412C-A5A7-F2B0D2A1580E}" srcOrd="2" destOrd="0" presId="urn:microsoft.com/office/officeart/2005/8/layout/orgChart1"/>
    <dgm:cxn modelId="{4DDF3F88-05D7-4F98-AAAE-ED3B9467E694}" type="presParOf" srcId="{CA93EBA7-7A7A-4FDF-B8F6-E2CF82FB5068}" destId="{DE7A151B-DB85-4D0A-B847-B19EC5592C5F}" srcOrd="4" destOrd="0" presId="urn:microsoft.com/office/officeart/2005/8/layout/orgChart1"/>
    <dgm:cxn modelId="{7EAA99DE-7ECA-4FF5-8F35-3A77D6CAA4F9}" type="presParOf" srcId="{CA93EBA7-7A7A-4FDF-B8F6-E2CF82FB5068}" destId="{08707CA1-4135-4E3A-AD4D-2FF8D73FCF49}" srcOrd="5" destOrd="0" presId="urn:microsoft.com/office/officeart/2005/8/layout/orgChart1"/>
    <dgm:cxn modelId="{15989E54-F06C-4A42-943F-95FC93F6AE69}" type="presParOf" srcId="{08707CA1-4135-4E3A-AD4D-2FF8D73FCF49}" destId="{115544E0-803B-4448-B5A1-0278B4DFD6A7}" srcOrd="0" destOrd="0" presId="urn:microsoft.com/office/officeart/2005/8/layout/orgChart1"/>
    <dgm:cxn modelId="{F2910265-D4C1-4E26-933E-DDE911F0A6FB}" type="presParOf" srcId="{115544E0-803B-4448-B5A1-0278B4DFD6A7}" destId="{B9026D95-61FA-447D-A6A0-DD1009F22397}" srcOrd="0" destOrd="0" presId="urn:microsoft.com/office/officeart/2005/8/layout/orgChart1"/>
    <dgm:cxn modelId="{92B4737F-84A4-466B-9578-74CAC83BC50F}" type="presParOf" srcId="{115544E0-803B-4448-B5A1-0278B4DFD6A7}" destId="{CF1E8A20-8167-4CAB-978A-A1DDC0736B45}" srcOrd="1" destOrd="0" presId="urn:microsoft.com/office/officeart/2005/8/layout/orgChart1"/>
    <dgm:cxn modelId="{C5200B39-39AD-42C3-9199-13EFB95CC276}" type="presParOf" srcId="{08707CA1-4135-4E3A-AD4D-2FF8D73FCF49}" destId="{2A59816F-44F3-47EC-A604-2FFA6BD38541}" srcOrd="1" destOrd="0" presId="urn:microsoft.com/office/officeart/2005/8/layout/orgChart1"/>
    <dgm:cxn modelId="{816BFEC8-A753-4607-AA2E-1FE218A2138E}" type="presParOf" srcId="{08707CA1-4135-4E3A-AD4D-2FF8D73FCF49}" destId="{EB3887D6-4C7F-4920-A5B1-78AC6BB84E3A}" srcOrd="2" destOrd="0" presId="urn:microsoft.com/office/officeart/2005/8/layout/orgChart1"/>
    <dgm:cxn modelId="{B5ED3F70-78EC-4535-AA4B-79AC24A0FAB5}" type="presParOf" srcId="{7811724F-CC3D-4C81-9ADD-5314594A5922}" destId="{7BC8CEAC-19C4-4AE8-96CB-ABA16319612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4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88F24B2-D785-4AE3-92EE-CEE6B30A616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34331-7C70-4626-B561-4DF5B05BCEA3}">
      <dgm:prSet/>
      <dgm:spPr/>
      <dgm:t>
        <a:bodyPr/>
        <a:lstStyle/>
        <a:p>
          <a:pPr rtl="0"/>
          <a:r>
            <a:rPr lang="en-AE" dirty="0" smtClean="0"/>
            <a:t>Array</a:t>
          </a:r>
          <a:endParaRPr lang="en-GB" dirty="0"/>
        </a:p>
      </dgm:t>
    </dgm:pt>
    <dgm:pt modelId="{6233DE07-DDC8-4AF2-A303-9703E1D6B86D}" type="parTrans" cxnId="{89BD6980-52E3-4B96-A983-B1160D606858}">
      <dgm:prSet/>
      <dgm:spPr/>
      <dgm:t>
        <a:bodyPr/>
        <a:lstStyle/>
        <a:p>
          <a:endParaRPr lang="en-US"/>
        </a:p>
      </dgm:t>
    </dgm:pt>
    <dgm:pt modelId="{88819767-BF31-422E-829C-59E8475B0778}" type="sibTrans" cxnId="{89BD6980-52E3-4B96-A983-B1160D606858}">
      <dgm:prSet/>
      <dgm:spPr/>
      <dgm:t>
        <a:bodyPr/>
        <a:lstStyle/>
        <a:p>
          <a:endParaRPr lang="en-US"/>
        </a:p>
      </dgm:t>
    </dgm:pt>
    <dgm:pt modelId="{4ECF2151-54B7-46DA-8FFE-CDC21320A3AE}">
      <dgm:prSet/>
      <dgm:spPr/>
      <dgm:t>
        <a:bodyPr/>
        <a:lstStyle/>
        <a:p>
          <a:pPr rtl="0"/>
          <a:r>
            <a:rPr lang="en-AE" dirty="0" smtClean="0"/>
            <a:t>Storing Account Data</a:t>
          </a:r>
          <a:endParaRPr lang="en-GB" dirty="0"/>
        </a:p>
      </dgm:t>
    </dgm:pt>
    <dgm:pt modelId="{CF07F522-B03C-4621-90F1-9758843B1A3E}" type="parTrans" cxnId="{466C6013-D8F0-4565-A3DD-A837DE359C31}">
      <dgm:prSet/>
      <dgm:spPr/>
      <dgm:t>
        <a:bodyPr/>
        <a:lstStyle/>
        <a:p>
          <a:endParaRPr lang="en-US"/>
        </a:p>
      </dgm:t>
    </dgm:pt>
    <dgm:pt modelId="{5A26F8FD-0ED8-4E5D-9492-924F24A6E8F7}" type="sibTrans" cxnId="{466C6013-D8F0-4565-A3DD-A837DE359C31}">
      <dgm:prSet/>
      <dgm:spPr/>
      <dgm:t>
        <a:bodyPr/>
        <a:lstStyle/>
        <a:p>
          <a:endParaRPr lang="en-US"/>
        </a:p>
      </dgm:t>
    </dgm:pt>
    <dgm:pt modelId="{3D44768D-2060-478E-9643-30452DE9B181}" type="pres">
      <dgm:prSet presAssocID="{788F24B2-D785-4AE3-92EE-CEE6B30A616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38C81A7-415E-4EA3-A675-44F63156CFA8}" type="pres">
      <dgm:prSet presAssocID="{DA234331-7C70-4626-B561-4DF5B05BCEA3}" presName="hierRoot1" presStyleCnt="0">
        <dgm:presLayoutVars>
          <dgm:hierBranch val="init"/>
        </dgm:presLayoutVars>
      </dgm:prSet>
      <dgm:spPr/>
    </dgm:pt>
    <dgm:pt modelId="{D1BE9DAF-0C36-4191-9917-746B2B8E5095}" type="pres">
      <dgm:prSet presAssocID="{DA234331-7C70-4626-B561-4DF5B05BCEA3}" presName="rootComposite1" presStyleCnt="0"/>
      <dgm:spPr/>
    </dgm:pt>
    <dgm:pt modelId="{D3EA8FB1-30F6-4666-9A2E-D59BBB34ED31}" type="pres">
      <dgm:prSet presAssocID="{DA234331-7C70-4626-B561-4DF5B05BCEA3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72A35C2-E5FB-46C2-A489-1659CFEFCF79}" type="pres">
      <dgm:prSet presAssocID="{DA234331-7C70-4626-B561-4DF5B05BCEA3}" presName="rootConnector1" presStyleLbl="node1" presStyleIdx="0" presStyleCnt="0"/>
      <dgm:spPr/>
      <dgm:t>
        <a:bodyPr/>
        <a:lstStyle/>
        <a:p>
          <a:endParaRPr lang="en-US"/>
        </a:p>
      </dgm:t>
    </dgm:pt>
    <dgm:pt modelId="{86BBB67C-5860-4730-8A0D-7295507FBB90}" type="pres">
      <dgm:prSet presAssocID="{DA234331-7C70-4626-B561-4DF5B05BCEA3}" presName="hierChild2" presStyleCnt="0"/>
      <dgm:spPr/>
    </dgm:pt>
    <dgm:pt modelId="{9B04CF36-47B3-4E61-8A2C-02259FE1A48D}" type="pres">
      <dgm:prSet presAssocID="{CF07F522-B03C-4621-90F1-9758843B1A3E}" presName="Name37" presStyleLbl="parChTrans1D2" presStyleIdx="0" presStyleCnt="1"/>
      <dgm:spPr/>
      <dgm:t>
        <a:bodyPr/>
        <a:lstStyle/>
        <a:p>
          <a:endParaRPr lang="en-US"/>
        </a:p>
      </dgm:t>
    </dgm:pt>
    <dgm:pt modelId="{B144979A-174E-491A-8FB3-D3AE1099AE33}" type="pres">
      <dgm:prSet presAssocID="{4ECF2151-54B7-46DA-8FFE-CDC21320A3AE}" presName="hierRoot2" presStyleCnt="0">
        <dgm:presLayoutVars>
          <dgm:hierBranch val="init"/>
        </dgm:presLayoutVars>
      </dgm:prSet>
      <dgm:spPr/>
    </dgm:pt>
    <dgm:pt modelId="{ADFAE6D2-EC68-4961-9DBC-65D4F6F0C095}" type="pres">
      <dgm:prSet presAssocID="{4ECF2151-54B7-46DA-8FFE-CDC21320A3AE}" presName="rootComposite" presStyleCnt="0"/>
      <dgm:spPr/>
    </dgm:pt>
    <dgm:pt modelId="{A3C9BC85-29FC-4AB3-8B3D-63E67D0A45C6}" type="pres">
      <dgm:prSet presAssocID="{4ECF2151-54B7-46DA-8FFE-CDC21320A3AE}" presName="rootText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7DE6E51-E624-40B6-ACE9-94A433B4C379}" type="pres">
      <dgm:prSet presAssocID="{4ECF2151-54B7-46DA-8FFE-CDC21320A3AE}" presName="rootConnector" presStyleLbl="node2" presStyleIdx="0" presStyleCnt="1"/>
      <dgm:spPr/>
      <dgm:t>
        <a:bodyPr/>
        <a:lstStyle/>
        <a:p>
          <a:endParaRPr lang="en-US"/>
        </a:p>
      </dgm:t>
    </dgm:pt>
    <dgm:pt modelId="{9D9E06BB-9B10-4A45-9A58-A5FD3225C481}" type="pres">
      <dgm:prSet presAssocID="{4ECF2151-54B7-46DA-8FFE-CDC21320A3AE}" presName="hierChild4" presStyleCnt="0"/>
      <dgm:spPr/>
    </dgm:pt>
    <dgm:pt modelId="{0053D4C3-1F32-4867-961E-DC4FE1D5F35F}" type="pres">
      <dgm:prSet presAssocID="{4ECF2151-54B7-46DA-8FFE-CDC21320A3AE}" presName="hierChild5" presStyleCnt="0"/>
      <dgm:spPr/>
    </dgm:pt>
    <dgm:pt modelId="{C113B5ED-C8F5-48A2-9C91-2A4AE065D289}" type="pres">
      <dgm:prSet presAssocID="{DA234331-7C70-4626-B561-4DF5B05BCEA3}" presName="hierChild3" presStyleCnt="0"/>
      <dgm:spPr/>
    </dgm:pt>
  </dgm:ptLst>
  <dgm:cxnLst>
    <dgm:cxn modelId="{466C6013-D8F0-4565-A3DD-A837DE359C31}" srcId="{DA234331-7C70-4626-B561-4DF5B05BCEA3}" destId="{4ECF2151-54B7-46DA-8FFE-CDC21320A3AE}" srcOrd="0" destOrd="0" parTransId="{CF07F522-B03C-4621-90F1-9758843B1A3E}" sibTransId="{5A26F8FD-0ED8-4E5D-9492-924F24A6E8F7}"/>
    <dgm:cxn modelId="{89BD6980-52E3-4B96-A983-B1160D606858}" srcId="{788F24B2-D785-4AE3-92EE-CEE6B30A616B}" destId="{DA234331-7C70-4626-B561-4DF5B05BCEA3}" srcOrd="0" destOrd="0" parTransId="{6233DE07-DDC8-4AF2-A303-9703E1D6B86D}" sibTransId="{88819767-BF31-422E-829C-59E8475B0778}"/>
    <dgm:cxn modelId="{323B09C8-3933-4CE9-A54B-FA1D6BBCBFEB}" type="presOf" srcId="{788F24B2-D785-4AE3-92EE-CEE6B30A616B}" destId="{3D44768D-2060-478E-9643-30452DE9B181}" srcOrd="0" destOrd="0" presId="urn:microsoft.com/office/officeart/2005/8/layout/orgChart1"/>
    <dgm:cxn modelId="{5E488D79-DFD9-4CB9-A844-7F7EED8F4DE0}" type="presOf" srcId="{4ECF2151-54B7-46DA-8FFE-CDC21320A3AE}" destId="{F7DE6E51-E624-40B6-ACE9-94A433B4C379}" srcOrd="1" destOrd="0" presId="urn:microsoft.com/office/officeart/2005/8/layout/orgChart1"/>
    <dgm:cxn modelId="{9ECA17B9-D350-4F40-8442-8C6106201DEB}" type="presOf" srcId="{CF07F522-B03C-4621-90F1-9758843B1A3E}" destId="{9B04CF36-47B3-4E61-8A2C-02259FE1A48D}" srcOrd="0" destOrd="0" presId="urn:microsoft.com/office/officeart/2005/8/layout/orgChart1"/>
    <dgm:cxn modelId="{B0E364AA-3A54-4039-90B6-425593C1CCF1}" type="presOf" srcId="{DA234331-7C70-4626-B561-4DF5B05BCEA3}" destId="{D3EA8FB1-30F6-4666-9A2E-D59BBB34ED31}" srcOrd="0" destOrd="0" presId="urn:microsoft.com/office/officeart/2005/8/layout/orgChart1"/>
    <dgm:cxn modelId="{F661DB49-CD05-4A39-AAE0-029E1A3DD7AC}" type="presOf" srcId="{DA234331-7C70-4626-B561-4DF5B05BCEA3}" destId="{D72A35C2-E5FB-46C2-A489-1659CFEFCF79}" srcOrd="1" destOrd="0" presId="urn:microsoft.com/office/officeart/2005/8/layout/orgChart1"/>
    <dgm:cxn modelId="{4BC70009-6048-4989-823F-71F3AA50CEA0}" type="presOf" srcId="{4ECF2151-54B7-46DA-8FFE-CDC21320A3AE}" destId="{A3C9BC85-29FC-4AB3-8B3D-63E67D0A45C6}" srcOrd="0" destOrd="0" presId="urn:microsoft.com/office/officeart/2005/8/layout/orgChart1"/>
    <dgm:cxn modelId="{EDE1167D-DB86-446E-ABBB-83824E1461DA}" type="presParOf" srcId="{3D44768D-2060-478E-9643-30452DE9B181}" destId="{438C81A7-415E-4EA3-A675-44F63156CFA8}" srcOrd="0" destOrd="0" presId="urn:microsoft.com/office/officeart/2005/8/layout/orgChart1"/>
    <dgm:cxn modelId="{6510B76F-6973-49CE-95C9-05D14E601DF7}" type="presParOf" srcId="{438C81A7-415E-4EA3-A675-44F63156CFA8}" destId="{D1BE9DAF-0C36-4191-9917-746B2B8E5095}" srcOrd="0" destOrd="0" presId="urn:microsoft.com/office/officeart/2005/8/layout/orgChart1"/>
    <dgm:cxn modelId="{4A130006-4075-4CD7-98FA-9807DBA36C83}" type="presParOf" srcId="{D1BE9DAF-0C36-4191-9917-746B2B8E5095}" destId="{D3EA8FB1-30F6-4666-9A2E-D59BBB34ED31}" srcOrd="0" destOrd="0" presId="urn:microsoft.com/office/officeart/2005/8/layout/orgChart1"/>
    <dgm:cxn modelId="{2C807F3F-56D3-42C3-9A35-E4D55BDA4E7E}" type="presParOf" srcId="{D1BE9DAF-0C36-4191-9917-746B2B8E5095}" destId="{D72A35C2-E5FB-46C2-A489-1659CFEFCF79}" srcOrd="1" destOrd="0" presId="urn:microsoft.com/office/officeart/2005/8/layout/orgChart1"/>
    <dgm:cxn modelId="{DEF8FDA0-6502-47C5-981C-B4D77A8F4839}" type="presParOf" srcId="{438C81A7-415E-4EA3-A675-44F63156CFA8}" destId="{86BBB67C-5860-4730-8A0D-7295507FBB90}" srcOrd="1" destOrd="0" presId="urn:microsoft.com/office/officeart/2005/8/layout/orgChart1"/>
    <dgm:cxn modelId="{263E2A73-DAC3-483A-ADD6-42C66B5D75AA}" type="presParOf" srcId="{86BBB67C-5860-4730-8A0D-7295507FBB90}" destId="{9B04CF36-47B3-4E61-8A2C-02259FE1A48D}" srcOrd="0" destOrd="0" presId="urn:microsoft.com/office/officeart/2005/8/layout/orgChart1"/>
    <dgm:cxn modelId="{82706ED3-D812-49E7-A0F7-D80325EF0DEB}" type="presParOf" srcId="{86BBB67C-5860-4730-8A0D-7295507FBB90}" destId="{B144979A-174E-491A-8FB3-D3AE1099AE33}" srcOrd="1" destOrd="0" presId="urn:microsoft.com/office/officeart/2005/8/layout/orgChart1"/>
    <dgm:cxn modelId="{88BF5122-EFA9-4D9D-A372-EF01F4F07D1E}" type="presParOf" srcId="{B144979A-174E-491A-8FB3-D3AE1099AE33}" destId="{ADFAE6D2-EC68-4961-9DBC-65D4F6F0C095}" srcOrd="0" destOrd="0" presId="urn:microsoft.com/office/officeart/2005/8/layout/orgChart1"/>
    <dgm:cxn modelId="{623EF3C3-20BD-4D4E-89D2-1AD9579763A9}" type="presParOf" srcId="{ADFAE6D2-EC68-4961-9DBC-65D4F6F0C095}" destId="{A3C9BC85-29FC-4AB3-8B3D-63E67D0A45C6}" srcOrd="0" destOrd="0" presId="urn:microsoft.com/office/officeart/2005/8/layout/orgChart1"/>
    <dgm:cxn modelId="{3F3CA077-692E-4FC7-91EE-65FFE93F9685}" type="presParOf" srcId="{ADFAE6D2-EC68-4961-9DBC-65D4F6F0C095}" destId="{F7DE6E51-E624-40B6-ACE9-94A433B4C379}" srcOrd="1" destOrd="0" presId="urn:microsoft.com/office/officeart/2005/8/layout/orgChart1"/>
    <dgm:cxn modelId="{FDD669FB-686F-4544-897F-2679E5539EA7}" type="presParOf" srcId="{B144979A-174E-491A-8FB3-D3AE1099AE33}" destId="{9D9E06BB-9B10-4A45-9A58-A5FD3225C481}" srcOrd="1" destOrd="0" presId="urn:microsoft.com/office/officeart/2005/8/layout/orgChart1"/>
    <dgm:cxn modelId="{245605ED-BDDC-41BB-A261-1FEEFC1E1A7A}" type="presParOf" srcId="{B144979A-174E-491A-8FB3-D3AE1099AE33}" destId="{0053D4C3-1F32-4867-961E-DC4FE1D5F35F}" srcOrd="2" destOrd="0" presId="urn:microsoft.com/office/officeart/2005/8/layout/orgChart1"/>
    <dgm:cxn modelId="{42514E3F-791D-414F-8403-B8BEAEC2657C}" type="presParOf" srcId="{438C81A7-415E-4EA3-A675-44F63156CFA8}" destId="{C113B5ED-C8F5-48A2-9C91-2A4AE065D28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4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A57471-51EC-4552-B71B-5FC9A20EACA5}">
      <dsp:nvSpPr>
        <dsp:cNvPr id="0" name=""/>
        <dsp:cNvSpPr/>
      </dsp:nvSpPr>
      <dsp:spPr>
        <a:xfrm>
          <a:off x="0" y="25294"/>
          <a:ext cx="6349708" cy="503685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dirty="0" smtClean="0"/>
            <a:t>Spread Sheet Based Banking Records</a:t>
          </a:r>
          <a:endParaRPr lang="en-GB" sz="2100" kern="1200" dirty="0"/>
        </a:p>
      </dsp:txBody>
      <dsp:txXfrm>
        <a:off x="24588" y="49882"/>
        <a:ext cx="6300532" cy="454509"/>
      </dsp:txXfrm>
    </dsp:sp>
    <dsp:sp modelId="{D63652D9-FFA6-4D8F-BC27-D86DA714983B}">
      <dsp:nvSpPr>
        <dsp:cNvPr id="0" name=""/>
        <dsp:cNvSpPr/>
      </dsp:nvSpPr>
      <dsp:spPr>
        <a:xfrm>
          <a:off x="0" y="589459"/>
          <a:ext cx="6349708" cy="503685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dirty="0" smtClean="0"/>
            <a:t>Commercial Banking Software</a:t>
          </a:r>
          <a:endParaRPr lang="en-GB" sz="2100" kern="1200" dirty="0"/>
        </a:p>
      </dsp:txBody>
      <dsp:txXfrm>
        <a:off x="24588" y="614047"/>
        <a:ext cx="6300532" cy="454509"/>
      </dsp:txXfrm>
    </dsp:sp>
    <dsp:sp modelId="{A767BB88-1476-4ED0-8ED1-89EB73F62B2D}">
      <dsp:nvSpPr>
        <dsp:cNvPr id="0" name=""/>
        <dsp:cNvSpPr/>
      </dsp:nvSpPr>
      <dsp:spPr>
        <a:xfrm>
          <a:off x="0" y="1153624"/>
          <a:ext cx="6349708" cy="503685"/>
        </a:xfrm>
        <a:prstGeom prst="roundRect">
          <a:avLst/>
        </a:prstGeom>
        <a:solidFill>
          <a:srgbClr val="1531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dirty="0" smtClean="0"/>
            <a:t>Online Banking Systems</a:t>
          </a:r>
          <a:endParaRPr lang="en-GB" sz="2100" kern="1200" dirty="0"/>
        </a:p>
      </dsp:txBody>
      <dsp:txXfrm>
        <a:off x="24588" y="1178212"/>
        <a:ext cx="6300532" cy="454509"/>
      </dsp:txXfrm>
    </dsp:sp>
    <dsp:sp modelId="{B4F9C694-9949-4796-B331-9CEA48A1BEAC}">
      <dsp:nvSpPr>
        <dsp:cNvPr id="0" name=""/>
        <dsp:cNvSpPr/>
      </dsp:nvSpPr>
      <dsp:spPr>
        <a:xfrm>
          <a:off x="0" y="1717789"/>
          <a:ext cx="6349708" cy="503685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 dirty="0" smtClean="0"/>
            <a:t>Mixed Banking System</a:t>
          </a:r>
          <a:endParaRPr lang="en-GB" sz="2100" kern="1200" dirty="0"/>
        </a:p>
      </dsp:txBody>
      <dsp:txXfrm>
        <a:off x="24588" y="1742377"/>
        <a:ext cx="6300532" cy="4545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AC55CD-1794-40B6-A366-68BC11333083}">
      <dsp:nvSpPr>
        <dsp:cNvPr id="0" name=""/>
        <dsp:cNvSpPr/>
      </dsp:nvSpPr>
      <dsp:spPr>
        <a:xfrm>
          <a:off x="1136529" y="711258"/>
          <a:ext cx="621962" cy="2158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943"/>
              </a:lnTo>
              <a:lnTo>
                <a:pt x="621962" y="107943"/>
              </a:lnTo>
              <a:lnTo>
                <a:pt x="621962" y="2158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5D375F-23ED-4353-991E-DE737432BDC0}">
      <dsp:nvSpPr>
        <dsp:cNvPr id="0" name=""/>
        <dsp:cNvSpPr/>
      </dsp:nvSpPr>
      <dsp:spPr>
        <a:xfrm>
          <a:off x="514566" y="711258"/>
          <a:ext cx="621962" cy="215887"/>
        </a:xfrm>
        <a:custGeom>
          <a:avLst/>
          <a:gdLst/>
          <a:ahLst/>
          <a:cxnLst/>
          <a:rect l="0" t="0" r="0" b="0"/>
          <a:pathLst>
            <a:path>
              <a:moveTo>
                <a:pt x="621962" y="0"/>
              </a:moveTo>
              <a:lnTo>
                <a:pt x="621962" y="107943"/>
              </a:lnTo>
              <a:lnTo>
                <a:pt x="0" y="107943"/>
              </a:lnTo>
              <a:lnTo>
                <a:pt x="0" y="2158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687550-96FE-4BFB-89C3-C3144CD5B410}">
      <dsp:nvSpPr>
        <dsp:cNvPr id="0" name=""/>
        <dsp:cNvSpPr/>
      </dsp:nvSpPr>
      <dsp:spPr>
        <a:xfrm>
          <a:off x="622510" y="197240"/>
          <a:ext cx="1028037" cy="514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600" kern="1200" dirty="0" smtClean="0"/>
            <a:t>Loop</a:t>
          </a:r>
          <a:endParaRPr lang="en-GB" sz="1600" kern="1200" dirty="0"/>
        </a:p>
      </dsp:txBody>
      <dsp:txXfrm>
        <a:off x="622510" y="197240"/>
        <a:ext cx="1028037" cy="514018"/>
      </dsp:txXfrm>
    </dsp:sp>
    <dsp:sp modelId="{E74113BD-3DCB-4E95-9BDF-6D3F4306E355}">
      <dsp:nvSpPr>
        <dsp:cNvPr id="0" name=""/>
        <dsp:cNvSpPr/>
      </dsp:nvSpPr>
      <dsp:spPr>
        <a:xfrm>
          <a:off x="548" y="927146"/>
          <a:ext cx="1028037" cy="514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600" kern="1200" dirty="0" smtClean="0"/>
            <a:t>Menu Repetition</a:t>
          </a:r>
          <a:endParaRPr lang="en-GB" sz="1600" kern="1200" dirty="0"/>
        </a:p>
      </dsp:txBody>
      <dsp:txXfrm>
        <a:off x="548" y="927146"/>
        <a:ext cx="1028037" cy="514018"/>
      </dsp:txXfrm>
    </dsp:sp>
    <dsp:sp modelId="{83350D30-D8BE-48D6-B556-A937868BA360}">
      <dsp:nvSpPr>
        <dsp:cNvPr id="0" name=""/>
        <dsp:cNvSpPr/>
      </dsp:nvSpPr>
      <dsp:spPr>
        <a:xfrm>
          <a:off x="1244472" y="927146"/>
          <a:ext cx="1028037" cy="5140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600" kern="1200" dirty="0" smtClean="0"/>
            <a:t>Transaction Flow</a:t>
          </a:r>
          <a:endParaRPr lang="en-GB" sz="1600" kern="1200" dirty="0"/>
        </a:p>
      </dsp:txBody>
      <dsp:txXfrm>
        <a:off x="1244472" y="927146"/>
        <a:ext cx="1028037" cy="514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E9CCE1-D9E2-4AE2-86F0-9E4A6E3FAC6E}">
      <dsp:nvSpPr>
        <dsp:cNvPr id="0" name=""/>
        <dsp:cNvSpPr/>
      </dsp:nvSpPr>
      <dsp:spPr>
        <a:xfrm>
          <a:off x="1189324" y="806288"/>
          <a:ext cx="650854" cy="225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958"/>
              </a:lnTo>
              <a:lnTo>
                <a:pt x="650854" y="112958"/>
              </a:lnTo>
              <a:lnTo>
                <a:pt x="650854" y="2259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EB3FE4-3AE7-49E7-95F1-A96FAF0A3D83}">
      <dsp:nvSpPr>
        <dsp:cNvPr id="0" name=""/>
        <dsp:cNvSpPr/>
      </dsp:nvSpPr>
      <dsp:spPr>
        <a:xfrm>
          <a:off x="538470" y="806288"/>
          <a:ext cx="650854" cy="225916"/>
        </a:xfrm>
        <a:custGeom>
          <a:avLst/>
          <a:gdLst/>
          <a:ahLst/>
          <a:cxnLst/>
          <a:rect l="0" t="0" r="0" b="0"/>
          <a:pathLst>
            <a:path>
              <a:moveTo>
                <a:pt x="650854" y="0"/>
              </a:moveTo>
              <a:lnTo>
                <a:pt x="650854" y="112958"/>
              </a:lnTo>
              <a:lnTo>
                <a:pt x="0" y="112958"/>
              </a:lnTo>
              <a:lnTo>
                <a:pt x="0" y="2259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DD4724-8DD2-4C6E-983A-C37419E27E2E}">
      <dsp:nvSpPr>
        <dsp:cNvPr id="0" name=""/>
        <dsp:cNvSpPr/>
      </dsp:nvSpPr>
      <dsp:spPr>
        <a:xfrm>
          <a:off x="651428" y="268392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700" kern="1200" dirty="0" smtClean="0"/>
            <a:t>Conditional Jump</a:t>
          </a:r>
          <a:endParaRPr lang="en-GB" sz="1700" kern="1200" dirty="0"/>
        </a:p>
      </dsp:txBody>
      <dsp:txXfrm>
        <a:off x="651428" y="268392"/>
        <a:ext cx="1075793" cy="537896"/>
      </dsp:txXfrm>
    </dsp:sp>
    <dsp:sp modelId="{4102580B-E44C-46F7-AFA6-527F7F028010}">
      <dsp:nvSpPr>
        <dsp:cNvPr id="0" name=""/>
        <dsp:cNvSpPr/>
      </dsp:nvSpPr>
      <dsp:spPr>
        <a:xfrm>
          <a:off x="573" y="1032205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700" kern="1200" dirty="0" smtClean="0"/>
            <a:t>Decision Making</a:t>
          </a:r>
          <a:endParaRPr lang="en-GB" sz="1700" kern="1200" dirty="0"/>
        </a:p>
      </dsp:txBody>
      <dsp:txXfrm>
        <a:off x="573" y="1032205"/>
        <a:ext cx="1075793" cy="537896"/>
      </dsp:txXfrm>
    </dsp:sp>
    <dsp:sp modelId="{D2ED5C75-372A-42C9-A448-EA9330B17A20}">
      <dsp:nvSpPr>
        <dsp:cNvPr id="0" name=""/>
        <dsp:cNvSpPr/>
      </dsp:nvSpPr>
      <dsp:spPr>
        <a:xfrm>
          <a:off x="1302283" y="1032205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700" kern="1200" dirty="0" smtClean="0"/>
            <a:t>Input Validation</a:t>
          </a:r>
          <a:endParaRPr lang="en-GB" sz="1700" kern="1200" dirty="0"/>
        </a:p>
      </dsp:txBody>
      <dsp:txXfrm>
        <a:off x="1302283" y="1032205"/>
        <a:ext cx="1075793" cy="5378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D3330-4486-4A5F-AEEE-AB51BEC17CCD}">
      <dsp:nvSpPr>
        <dsp:cNvPr id="0" name=""/>
        <dsp:cNvSpPr/>
      </dsp:nvSpPr>
      <dsp:spPr>
        <a:xfrm>
          <a:off x="1449972" y="837352"/>
          <a:ext cx="1025866" cy="178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021"/>
              </a:lnTo>
              <a:lnTo>
                <a:pt x="1025866" y="89021"/>
              </a:lnTo>
              <a:lnTo>
                <a:pt x="1025866" y="1780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3F8464-3400-49D3-915F-C7D629AA85F6}">
      <dsp:nvSpPr>
        <dsp:cNvPr id="0" name=""/>
        <dsp:cNvSpPr/>
      </dsp:nvSpPr>
      <dsp:spPr>
        <a:xfrm>
          <a:off x="1404252" y="837352"/>
          <a:ext cx="91440" cy="1780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80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2A8B5-91E1-459D-B88A-1660B7971BE1}">
      <dsp:nvSpPr>
        <dsp:cNvPr id="0" name=""/>
        <dsp:cNvSpPr/>
      </dsp:nvSpPr>
      <dsp:spPr>
        <a:xfrm>
          <a:off x="424106" y="837352"/>
          <a:ext cx="1025866" cy="178042"/>
        </a:xfrm>
        <a:custGeom>
          <a:avLst/>
          <a:gdLst/>
          <a:ahLst/>
          <a:cxnLst/>
          <a:rect l="0" t="0" r="0" b="0"/>
          <a:pathLst>
            <a:path>
              <a:moveTo>
                <a:pt x="1025866" y="0"/>
              </a:moveTo>
              <a:lnTo>
                <a:pt x="1025866" y="89021"/>
              </a:lnTo>
              <a:lnTo>
                <a:pt x="0" y="89021"/>
              </a:lnTo>
              <a:lnTo>
                <a:pt x="0" y="1780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BB2FC-1E98-42B9-B728-31367D6AF875}">
      <dsp:nvSpPr>
        <dsp:cNvPr id="0" name=""/>
        <dsp:cNvSpPr/>
      </dsp:nvSpPr>
      <dsp:spPr>
        <a:xfrm>
          <a:off x="1026060" y="413440"/>
          <a:ext cx="847823" cy="423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200" kern="1200" dirty="0" smtClean="0"/>
            <a:t>Register</a:t>
          </a:r>
          <a:endParaRPr lang="en-GB" sz="1200" kern="1200" dirty="0"/>
        </a:p>
      </dsp:txBody>
      <dsp:txXfrm>
        <a:off x="1026060" y="413440"/>
        <a:ext cx="847823" cy="423911"/>
      </dsp:txXfrm>
    </dsp:sp>
    <dsp:sp modelId="{24A4CBFC-B06C-4D6D-8DFD-E8B72CCE06AA}">
      <dsp:nvSpPr>
        <dsp:cNvPr id="0" name=""/>
        <dsp:cNvSpPr/>
      </dsp:nvSpPr>
      <dsp:spPr>
        <a:xfrm>
          <a:off x="194" y="1015394"/>
          <a:ext cx="847823" cy="423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200" kern="1200" smtClean="0"/>
            <a:t>Calculations</a:t>
          </a:r>
          <a:endParaRPr lang="en-GB" sz="1200" kern="1200"/>
        </a:p>
      </dsp:txBody>
      <dsp:txXfrm>
        <a:off x="194" y="1015394"/>
        <a:ext cx="847823" cy="423911"/>
      </dsp:txXfrm>
    </dsp:sp>
    <dsp:sp modelId="{89FB94A4-6C89-44C7-8B66-909D0269CB9E}">
      <dsp:nvSpPr>
        <dsp:cNvPr id="0" name=""/>
        <dsp:cNvSpPr/>
      </dsp:nvSpPr>
      <dsp:spPr>
        <a:xfrm>
          <a:off x="1026060" y="1015394"/>
          <a:ext cx="847823" cy="423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200" kern="1200" dirty="0" smtClean="0"/>
            <a:t>Temporary Data Storage</a:t>
          </a:r>
          <a:endParaRPr lang="en-GB" sz="1200" kern="1200" dirty="0"/>
        </a:p>
      </dsp:txBody>
      <dsp:txXfrm>
        <a:off x="1026060" y="1015394"/>
        <a:ext cx="847823" cy="423911"/>
      </dsp:txXfrm>
    </dsp:sp>
    <dsp:sp modelId="{F8C589D6-34F4-4F50-96DC-41263DD58849}">
      <dsp:nvSpPr>
        <dsp:cNvPr id="0" name=""/>
        <dsp:cNvSpPr/>
      </dsp:nvSpPr>
      <dsp:spPr>
        <a:xfrm>
          <a:off x="2051927" y="1015394"/>
          <a:ext cx="847823" cy="4239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200" kern="1200" smtClean="0"/>
            <a:t>Balance Updates</a:t>
          </a:r>
          <a:endParaRPr lang="en-GB" sz="1200" kern="1200"/>
        </a:p>
      </dsp:txBody>
      <dsp:txXfrm>
        <a:off x="2051927" y="1015394"/>
        <a:ext cx="847823" cy="42391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6D464-3C13-4B0A-AE9F-8271533132B7}">
      <dsp:nvSpPr>
        <dsp:cNvPr id="0" name=""/>
        <dsp:cNvSpPr/>
      </dsp:nvSpPr>
      <dsp:spPr>
        <a:xfrm>
          <a:off x="1087766" y="421705"/>
          <a:ext cx="91440" cy="1769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69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30DA8B-8D62-44F2-8064-717AED73156B}">
      <dsp:nvSpPr>
        <dsp:cNvPr id="0" name=""/>
        <dsp:cNvSpPr/>
      </dsp:nvSpPr>
      <dsp:spPr>
        <a:xfrm>
          <a:off x="712164" y="383"/>
          <a:ext cx="842642" cy="421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dirty="0" smtClean="0"/>
            <a:t>Logical Flow Control</a:t>
          </a:r>
          <a:endParaRPr lang="en-GB" sz="1300" kern="1200" dirty="0"/>
        </a:p>
      </dsp:txBody>
      <dsp:txXfrm>
        <a:off x="712164" y="383"/>
        <a:ext cx="842642" cy="421321"/>
      </dsp:txXfrm>
    </dsp:sp>
    <dsp:sp modelId="{1608D44C-6AEB-42FE-840D-2D1820F0FE08}">
      <dsp:nvSpPr>
        <dsp:cNvPr id="0" name=""/>
        <dsp:cNvSpPr/>
      </dsp:nvSpPr>
      <dsp:spPr>
        <a:xfrm>
          <a:off x="712164" y="598659"/>
          <a:ext cx="842642" cy="4213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smtClean="0"/>
            <a:t>Validation</a:t>
          </a:r>
          <a:endParaRPr lang="en-GB" sz="1300" kern="1200"/>
        </a:p>
      </dsp:txBody>
      <dsp:txXfrm>
        <a:off x="712164" y="598659"/>
        <a:ext cx="842642" cy="4213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4B6688-7CD5-438E-BD24-2F038F01F02F}">
      <dsp:nvSpPr>
        <dsp:cNvPr id="0" name=""/>
        <dsp:cNvSpPr/>
      </dsp:nvSpPr>
      <dsp:spPr>
        <a:xfrm>
          <a:off x="1189324" y="862959"/>
          <a:ext cx="650854" cy="2259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958"/>
              </a:lnTo>
              <a:lnTo>
                <a:pt x="650854" y="112958"/>
              </a:lnTo>
              <a:lnTo>
                <a:pt x="650854" y="2259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60653F-FC3A-4F83-AF07-5FB17582AA49}">
      <dsp:nvSpPr>
        <dsp:cNvPr id="0" name=""/>
        <dsp:cNvSpPr/>
      </dsp:nvSpPr>
      <dsp:spPr>
        <a:xfrm>
          <a:off x="538470" y="862959"/>
          <a:ext cx="650854" cy="225916"/>
        </a:xfrm>
        <a:custGeom>
          <a:avLst/>
          <a:gdLst/>
          <a:ahLst/>
          <a:cxnLst/>
          <a:rect l="0" t="0" r="0" b="0"/>
          <a:pathLst>
            <a:path>
              <a:moveTo>
                <a:pt x="650854" y="0"/>
              </a:moveTo>
              <a:lnTo>
                <a:pt x="650854" y="112958"/>
              </a:lnTo>
              <a:lnTo>
                <a:pt x="0" y="112958"/>
              </a:lnTo>
              <a:lnTo>
                <a:pt x="0" y="2259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800C70-CC71-418A-AA8F-7F2399ED7EF9}">
      <dsp:nvSpPr>
        <dsp:cNvPr id="0" name=""/>
        <dsp:cNvSpPr/>
      </dsp:nvSpPr>
      <dsp:spPr>
        <a:xfrm>
          <a:off x="651428" y="325063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500" kern="1200" dirty="0" smtClean="0"/>
            <a:t>Memory Addressing</a:t>
          </a:r>
          <a:endParaRPr lang="en-GB" sz="1500" kern="1200" dirty="0"/>
        </a:p>
      </dsp:txBody>
      <dsp:txXfrm>
        <a:off x="651428" y="325063"/>
        <a:ext cx="1075793" cy="537896"/>
      </dsp:txXfrm>
    </dsp:sp>
    <dsp:sp modelId="{1A32B264-4D09-46A9-8B29-9911F781648C}">
      <dsp:nvSpPr>
        <dsp:cNvPr id="0" name=""/>
        <dsp:cNvSpPr/>
      </dsp:nvSpPr>
      <dsp:spPr>
        <a:xfrm>
          <a:off x="573" y="1088876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500" kern="1200" smtClean="0"/>
            <a:t>Access Account Data</a:t>
          </a:r>
          <a:endParaRPr lang="en-GB" sz="1500" kern="1200"/>
        </a:p>
      </dsp:txBody>
      <dsp:txXfrm>
        <a:off x="573" y="1088876"/>
        <a:ext cx="1075793" cy="537896"/>
      </dsp:txXfrm>
    </dsp:sp>
    <dsp:sp modelId="{FBE3E77A-9998-44B4-B29F-8EDCB952D16E}">
      <dsp:nvSpPr>
        <dsp:cNvPr id="0" name=""/>
        <dsp:cNvSpPr/>
      </dsp:nvSpPr>
      <dsp:spPr>
        <a:xfrm>
          <a:off x="1302283" y="1088876"/>
          <a:ext cx="1075793" cy="5378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500" kern="1200" dirty="0" smtClean="0"/>
            <a:t>Update Balances</a:t>
          </a:r>
          <a:endParaRPr lang="en-GB" sz="1500" kern="1200" dirty="0"/>
        </a:p>
      </dsp:txBody>
      <dsp:txXfrm>
        <a:off x="1302283" y="1088876"/>
        <a:ext cx="1075793" cy="53789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4A5D3-DF5D-467A-9852-F7761AD09851}">
      <dsp:nvSpPr>
        <dsp:cNvPr id="0" name=""/>
        <dsp:cNvSpPr/>
      </dsp:nvSpPr>
      <dsp:spPr>
        <a:xfrm>
          <a:off x="1431779" y="743347"/>
          <a:ext cx="1012994" cy="175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904"/>
              </a:lnTo>
              <a:lnTo>
                <a:pt x="1012994" y="87904"/>
              </a:lnTo>
              <a:lnTo>
                <a:pt x="1012994" y="175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A5477B-9878-4639-B23E-7A77D24956DA}">
      <dsp:nvSpPr>
        <dsp:cNvPr id="0" name=""/>
        <dsp:cNvSpPr/>
      </dsp:nvSpPr>
      <dsp:spPr>
        <a:xfrm>
          <a:off x="1386058" y="743347"/>
          <a:ext cx="91440" cy="1758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BC4C0B-AF16-47BC-842D-D39BEFE63522}">
      <dsp:nvSpPr>
        <dsp:cNvPr id="0" name=""/>
        <dsp:cNvSpPr/>
      </dsp:nvSpPr>
      <dsp:spPr>
        <a:xfrm>
          <a:off x="418784" y="743347"/>
          <a:ext cx="1012994" cy="175808"/>
        </a:xfrm>
        <a:custGeom>
          <a:avLst/>
          <a:gdLst/>
          <a:ahLst/>
          <a:cxnLst/>
          <a:rect l="0" t="0" r="0" b="0"/>
          <a:pathLst>
            <a:path>
              <a:moveTo>
                <a:pt x="1012994" y="0"/>
              </a:moveTo>
              <a:lnTo>
                <a:pt x="1012994" y="87904"/>
              </a:lnTo>
              <a:lnTo>
                <a:pt x="0" y="87904"/>
              </a:lnTo>
              <a:lnTo>
                <a:pt x="0" y="1758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602BE9-BF07-46C5-992B-4A3C2CED87FC}">
      <dsp:nvSpPr>
        <dsp:cNvPr id="0" name=""/>
        <dsp:cNvSpPr/>
      </dsp:nvSpPr>
      <dsp:spPr>
        <a:xfrm>
          <a:off x="1013186" y="324754"/>
          <a:ext cx="837185" cy="418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dirty="0" smtClean="0"/>
            <a:t>Arithmetic Instruction</a:t>
          </a:r>
          <a:endParaRPr lang="en-GB" sz="1300" kern="1200" dirty="0"/>
        </a:p>
      </dsp:txBody>
      <dsp:txXfrm>
        <a:off x="1013186" y="324754"/>
        <a:ext cx="837185" cy="418592"/>
      </dsp:txXfrm>
    </dsp:sp>
    <dsp:sp modelId="{0FB35E6C-1E64-4028-8DE9-5D56DF780DA5}">
      <dsp:nvSpPr>
        <dsp:cNvPr id="0" name=""/>
        <dsp:cNvSpPr/>
      </dsp:nvSpPr>
      <dsp:spPr>
        <a:xfrm>
          <a:off x="192" y="919156"/>
          <a:ext cx="837185" cy="418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smtClean="0"/>
            <a:t>Deposit</a:t>
          </a:r>
          <a:endParaRPr lang="en-GB" sz="1300" kern="1200"/>
        </a:p>
      </dsp:txBody>
      <dsp:txXfrm>
        <a:off x="192" y="919156"/>
        <a:ext cx="837185" cy="418592"/>
      </dsp:txXfrm>
    </dsp:sp>
    <dsp:sp modelId="{C6CC51C9-37D2-40BB-A39A-B91DAA14DABD}">
      <dsp:nvSpPr>
        <dsp:cNvPr id="0" name=""/>
        <dsp:cNvSpPr/>
      </dsp:nvSpPr>
      <dsp:spPr>
        <a:xfrm>
          <a:off x="1013186" y="919156"/>
          <a:ext cx="837185" cy="418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dirty="0" smtClean="0"/>
            <a:t>Withdrawal</a:t>
          </a:r>
          <a:endParaRPr lang="en-GB" sz="1300" kern="1200" dirty="0"/>
        </a:p>
      </dsp:txBody>
      <dsp:txXfrm>
        <a:off x="1013186" y="919156"/>
        <a:ext cx="837185" cy="418592"/>
      </dsp:txXfrm>
    </dsp:sp>
    <dsp:sp modelId="{C47F314E-BF50-4DB0-A1CE-ED2D1B97E848}">
      <dsp:nvSpPr>
        <dsp:cNvPr id="0" name=""/>
        <dsp:cNvSpPr/>
      </dsp:nvSpPr>
      <dsp:spPr>
        <a:xfrm>
          <a:off x="2026180" y="919156"/>
          <a:ext cx="837185" cy="41859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smtClean="0"/>
            <a:t>Balance Updates</a:t>
          </a:r>
          <a:endParaRPr lang="en-GB" sz="1300" kern="1200"/>
        </a:p>
      </dsp:txBody>
      <dsp:txXfrm>
        <a:off x="2026180" y="919156"/>
        <a:ext cx="837185" cy="4185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DD0F4-78B8-4C70-86BC-B13DEA1AB683}">
      <dsp:nvSpPr>
        <dsp:cNvPr id="0" name=""/>
        <dsp:cNvSpPr/>
      </dsp:nvSpPr>
      <dsp:spPr>
        <a:xfrm>
          <a:off x="1494756" y="801080"/>
          <a:ext cx="1057551" cy="1835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771"/>
              </a:lnTo>
              <a:lnTo>
                <a:pt x="1057551" y="91771"/>
              </a:lnTo>
              <a:lnTo>
                <a:pt x="1057551" y="183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AC309-7FA8-4782-BEC2-FDB7264F29AA}">
      <dsp:nvSpPr>
        <dsp:cNvPr id="0" name=""/>
        <dsp:cNvSpPr/>
      </dsp:nvSpPr>
      <dsp:spPr>
        <a:xfrm>
          <a:off x="1449036" y="801080"/>
          <a:ext cx="91440" cy="1835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83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0CC308-DAB5-4CBC-890F-BE051AC1FB58}">
      <dsp:nvSpPr>
        <dsp:cNvPr id="0" name=""/>
        <dsp:cNvSpPr/>
      </dsp:nvSpPr>
      <dsp:spPr>
        <a:xfrm>
          <a:off x="437205" y="801080"/>
          <a:ext cx="1057551" cy="183542"/>
        </a:xfrm>
        <a:custGeom>
          <a:avLst/>
          <a:gdLst/>
          <a:ahLst/>
          <a:cxnLst/>
          <a:rect l="0" t="0" r="0" b="0"/>
          <a:pathLst>
            <a:path>
              <a:moveTo>
                <a:pt x="1057551" y="0"/>
              </a:moveTo>
              <a:lnTo>
                <a:pt x="1057551" y="91771"/>
              </a:lnTo>
              <a:lnTo>
                <a:pt x="0" y="91771"/>
              </a:lnTo>
              <a:lnTo>
                <a:pt x="0" y="18354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AF43DB-5324-4152-8987-6CBE5E069E0C}">
      <dsp:nvSpPr>
        <dsp:cNvPr id="0" name=""/>
        <dsp:cNvSpPr/>
      </dsp:nvSpPr>
      <dsp:spPr>
        <a:xfrm>
          <a:off x="1057752" y="364075"/>
          <a:ext cx="874009" cy="437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dirty="0" smtClean="0"/>
            <a:t>Comparison Instruction</a:t>
          </a:r>
          <a:endParaRPr lang="en-GB" sz="1300" kern="1200" dirty="0"/>
        </a:p>
      </dsp:txBody>
      <dsp:txXfrm>
        <a:off x="1057752" y="364075"/>
        <a:ext cx="874009" cy="437004"/>
      </dsp:txXfrm>
    </dsp:sp>
    <dsp:sp modelId="{422DE309-B015-4175-A46F-D1C3C572C660}">
      <dsp:nvSpPr>
        <dsp:cNvPr id="0" name=""/>
        <dsp:cNvSpPr/>
      </dsp:nvSpPr>
      <dsp:spPr>
        <a:xfrm>
          <a:off x="200" y="984622"/>
          <a:ext cx="874009" cy="437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dirty="0" smtClean="0"/>
            <a:t>Check Withdrawal</a:t>
          </a:r>
          <a:endParaRPr lang="en-GB" sz="1300" kern="1200" dirty="0"/>
        </a:p>
      </dsp:txBody>
      <dsp:txXfrm>
        <a:off x="200" y="984622"/>
        <a:ext cx="874009" cy="437004"/>
      </dsp:txXfrm>
    </dsp:sp>
    <dsp:sp modelId="{618DD3B8-D1A3-471A-86A4-4E0783BE867C}">
      <dsp:nvSpPr>
        <dsp:cNvPr id="0" name=""/>
        <dsp:cNvSpPr/>
      </dsp:nvSpPr>
      <dsp:spPr>
        <a:xfrm>
          <a:off x="1057752" y="984622"/>
          <a:ext cx="874009" cy="437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smtClean="0"/>
            <a:t>Available Balance</a:t>
          </a:r>
          <a:endParaRPr lang="en-GB" sz="1300" kern="1200"/>
        </a:p>
      </dsp:txBody>
      <dsp:txXfrm>
        <a:off x="1057752" y="984622"/>
        <a:ext cx="874009" cy="437004"/>
      </dsp:txXfrm>
    </dsp:sp>
    <dsp:sp modelId="{C7969C7C-5CB1-4128-A741-5DB6888F63D7}">
      <dsp:nvSpPr>
        <dsp:cNvPr id="0" name=""/>
        <dsp:cNvSpPr/>
      </dsp:nvSpPr>
      <dsp:spPr>
        <a:xfrm>
          <a:off x="2115303" y="984622"/>
          <a:ext cx="874009" cy="4370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300" kern="1200" smtClean="0"/>
            <a:t>Validate Limits</a:t>
          </a:r>
          <a:endParaRPr lang="en-GB" sz="1300" kern="1200"/>
        </a:p>
      </dsp:txBody>
      <dsp:txXfrm>
        <a:off x="2115303" y="984622"/>
        <a:ext cx="874009" cy="43700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A151B-DB85-4D0A-B847-B19EC5592C5F}">
      <dsp:nvSpPr>
        <dsp:cNvPr id="0" name=""/>
        <dsp:cNvSpPr/>
      </dsp:nvSpPr>
      <dsp:spPr>
        <a:xfrm>
          <a:off x="1458188" y="718653"/>
          <a:ext cx="1031678" cy="1790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525"/>
              </a:lnTo>
              <a:lnTo>
                <a:pt x="1031678" y="89525"/>
              </a:lnTo>
              <a:lnTo>
                <a:pt x="1031678" y="1790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B3F691-CDF3-4B6C-9CEF-A6DF0E1330EB}">
      <dsp:nvSpPr>
        <dsp:cNvPr id="0" name=""/>
        <dsp:cNvSpPr/>
      </dsp:nvSpPr>
      <dsp:spPr>
        <a:xfrm>
          <a:off x="1412467" y="718653"/>
          <a:ext cx="91440" cy="1790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90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92B5CE-E0F3-4FCF-95EB-E39E47609BA6}">
      <dsp:nvSpPr>
        <dsp:cNvPr id="0" name=""/>
        <dsp:cNvSpPr/>
      </dsp:nvSpPr>
      <dsp:spPr>
        <a:xfrm>
          <a:off x="426509" y="718653"/>
          <a:ext cx="1031678" cy="179051"/>
        </a:xfrm>
        <a:custGeom>
          <a:avLst/>
          <a:gdLst/>
          <a:ahLst/>
          <a:cxnLst/>
          <a:rect l="0" t="0" r="0" b="0"/>
          <a:pathLst>
            <a:path>
              <a:moveTo>
                <a:pt x="1031678" y="0"/>
              </a:moveTo>
              <a:lnTo>
                <a:pt x="1031678" y="89525"/>
              </a:lnTo>
              <a:lnTo>
                <a:pt x="0" y="89525"/>
              </a:lnTo>
              <a:lnTo>
                <a:pt x="0" y="17905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3DD263-C2C4-46A2-87A3-8DB08FB3090E}">
      <dsp:nvSpPr>
        <dsp:cNvPr id="0" name=""/>
        <dsp:cNvSpPr/>
      </dsp:nvSpPr>
      <dsp:spPr>
        <a:xfrm>
          <a:off x="1031874" y="292339"/>
          <a:ext cx="852627" cy="4263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400" kern="1200" dirty="0" smtClean="0"/>
            <a:t>DOS Interrupt</a:t>
          </a:r>
          <a:endParaRPr lang="en-GB" sz="1400" kern="1200" dirty="0"/>
        </a:p>
      </dsp:txBody>
      <dsp:txXfrm>
        <a:off x="1031874" y="292339"/>
        <a:ext cx="852627" cy="426313"/>
      </dsp:txXfrm>
    </dsp:sp>
    <dsp:sp modelId="{E83D6636-594D-45D0-9429-A6191454AF16}">
      <dsp:nvSpPr>
        <dsp:cNvPr id="0" name=""/>
        <dsp:cNvSpPr/>
      </dsp:nvSpPr>
      <dsp:spPr>
        <a:xfrm>
          <a:off x="195" y="897704"/>
          <a:ext cx="852627" cy="4263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400" kern="1200" smtClean="0"/>
            <a:t>Input &amp; Output</a:t>
          </a:r>
          <a:endParaRPr lang="en-GB" sz="1400" kern="1200"/>
        </a:p>
      </dsp:txBody>
      <dsp:txXfrm>
        <a:off x="195" y="897704"/>
        <a:ext cx="852627" cy="426313"/>
      </dsp:txXfrm>
    </dsp:sp>
    <dsp:sp modelId="{0FA26FDF-C9CD-49DB-965A-456FAE55600D}">
      <dsp:nvSpPr>
        <dsp:cNvPr id="0" name=""/>
        <dsp:cNvSpPr/>
      </dsp:nvSpPr>
      <dsp:spPr>
        <a:xfrm>
          <a:off x="1031874" y="897704"/>
          <a:ext cx="852627" cy="4263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400" kern="1200" dirty="0" smtClean="0"/>
            <a:t>Display Prompts</a:t>
          </a:r>
          <a:endParaRPr lang="en-GB" sz="1400" kern="1200" dirty="0"/>
        </a:p>
      </dsp:txBody>
      <dsp:txXfrm>
        <a:off x="1031874" y="897704"/>
        <a:ext cx="852627" cy="426313"/>
      </dsp:txXfrm>
    </dsp:sp>
    <dsp:sp modelId="{B9026D95-61FA-447D-A6A0-DD1009F22397}">
      <dsp:nvSpPr>
        <dsp:cNvPr id="0" name=""/>
        <dsp:cNvSpPr/>
      </dsp:nvSpPr>
      <dsp:spPr>
        <a:xfrm>
          <a:off x="2063553" y="897704"/>
          <a:ext cx="852627" cy="4263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400" kern="1200" dirty="0" smtClean="0"/>
            <a:t>Read User Input</a:t>
          </a:r>
          <a:endParaRPr lang="en-GB" sz="1400" kern="1200" dirty="0"/>
        </a:p>
      </dsp:txBody>
      <dsp:txXfrm>
        <a:off x="2063553" y="897704"/>
        <a:ext cx="852627" cy="42631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4CF36-47B3-4E61-8A2C-02259FE1A48D}">
      <dsp:nvSpPr>
        <dsp:cNvPr id="0" name=""/>
        <dsp:cNvSpPr/>
      </dsp:nvSpPr>
      <dsp:spPr>
        <a:xfrm>
          <a:off x="1436858" y="418062"/>
          <a:ext cx="91440" cy="1755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558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EA8FB1-30F6-4666-9A2E-D59BBB34ED31}">
      <dsp:nvSpPr>
        <dsp:cNvPr id="0" name=""/>
        <dsp:cNvSpPr/>
      </dsp:nvSpPr>
      <dsp:spPr>
        <a:xfrm>
          <a:off x="1064517" y="0"/>
          <a:ext cx="836122" cy="418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100" kern="1200" dirty="0" smtClean="0"/>
            <a:t>Array</a:t>
          </a:r>
          <a:endParaRPr lang="en-GB" sz="1100" kern="1200" dirty="0"/>
        </a:p>
      </dsp:txBody>
      <dsp:txXfrm>
        <a:off x="1064517" y="0"/>
        <a:ext cx="836122" cy="418061"/>
      </dsp:txXfrm>
    </dsp:sp>
    <dsp:sp modelId="{A3C9BC85-29FC-4AB3-8B3D-63E67D0A45C6}">
      <dsp:nvSpPr>
        <dsp:cNvPr id="0" name=""/>
        <dsp:cNvSpPr/>
      </dsp:nvSpPr>
      <dsp:spPr>
        <a:xfrm>
          <a:off x="1064517" y="593647"/>
          <a:ext cx="836122" cy="4180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E" sz="1100" kern="1200" dirty="0" smtClean="0"/>
            <a:t>Storing Account Data</a:t>
          </a:r>
          <a:endParaRPr lang="en-GB" sz="1100" kern="1200" dirty="0"/>
        </a:p>
      </dsp:txBody>
      <dsp:txXfrm>
        <a:off x="1064517" y="593647"/>
        <a:ext cx="836122" cy="4180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2645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9200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914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3544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66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509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65142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533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18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254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8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84446-C46B-48F6-9FE5-4485C3D897D6}" type="datetimeFigureOut">
              <a:rPr lang="en-GB" smtClean="0"/>
              <a:t>14/02/2026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756B0-1537-43EC-8611-FF58BA81B66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827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9" Type="http://schemas.openxmlformats.org/officeDocument/2006/relationships/diagramQuickStyle" Target="../diagrams/quickStyle9.xml"/><Relationship Id="rId21" Type="http://schemas.microsoft.com/office/2007/relationships/diagramDrawing" Target="../diagrams/drawing5.xml"/><Relationship Id="rId34" Type="http://schemas.openxmlformats.org/officeDocument/2006/relationships/diagramQuickStyle" Target="../diagrams/quickStyle8.xml"/><Relationship Id="rId42" Type="http://schemas.openxmlformats.org/officeDocument/2006/relationships/diagramData" Target="../diagrams/data10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9" Type="http://schemas.openxmlformats.org/officeDocument/2006/relationships/diagramQuickStyle" Target="../diagrams/quickStyle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32" Type="http://schemas.openxmlformats.org/officeDocument/2006/relationships/diagramData" Target="../diagrams/data8.xml"/><Relationship Id="rId37" Type="http://schemas.openxmlformats.org/officeDocument/2006/relationships/diagramData" Target="../diagrams/data9.xml"/><Relationship Id="rId40" Type="http://schemas.openxmlformats.org/officeDocument/2006/relationships/diagramColors" Target="../diagrams/colors9.xml"/><Relationship Id="rId45" Type="http://schemas.openxmlformats.org/officeDocument/2006/relationships/diagramColors" Target="../diagrams/colors10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28" Type="http://schemas.openxmlformats.org/officeDocument/2006/relationships/diagramLayout" Target="../diagrams/layout7.xml"/><Relationship Id="rId36" Type="http://schemas.microsoft.com/office/2007/relationships/diagramDrawing" Target="../diagrams/drawing8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31" Type="http://schemas.microsoft.com/office/2007/relationships/diagramDrawing" Target="../diagrams/drawing7.xml"/><Relationship Id="rId44" Type="http://schemas.openxmlformats.org/officeDocument/2006/relationships/diagramQuickStyle" Target="../diagrams/quickStyle10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Relationship Id="rId27" Type="http://schemas.openxmlformats.org/officeDocument/2006/relationships/diagramData" Target="../diagrams/data7.xml"/><Relationship Id="rId30" Type="http://schemas.openxmlformats.org/officeDocument/2006/relationships/diagramColors" Target="../diagrams/colors7.xml"/><Relationship Id="rId35" Type="http://schemas.openxmlformats.org/officeDocument/2006/relationships/diagramColors" Target="../diagrams/colors8.xml"/><Relationship Id="rId43" Type="http://schemas.openxmlformats.org/officeDocument/2006/relationships/diagramLayout" Target="../diagrams/layout10.xml"/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33" Type="http://schemas.openxmlformats.org/officeDocument/2006/relationships/diagramLayout" Target="../diagrams/layout8.xml"/><Relationship Id="rId38" Type="http://schemas.openxmlformats.org/officeDocument/2006/relationships/diagramLayout" Target="../diagrams/layout9.xml"/><Relationship Id="rId46" Type="http://schemas.microsoft.com/office/2007/relationships/diagramDrawing" Target="../diagrams/drawing10.xml"/><Relationship Id="rId20" Type="http://schemas.openxmlformats.org/officeDocument/2006/relationships/diagramColors" Target="../diagrams/colors5.xml"/><Relationship Id="rId41" Type="http://schemas.microsoft.com/office/2007/relationships/diagramDrawing" Target="../diagrams/drawin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1744" y="1516191"/>
            <a:ext cx="860854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>
                <a:solidFill>
                  <a:schemeClr val="bg1"/>
                </a:solidFill>
              </a:rPr>
              <a:t>👤 </a:t>
            </a:r>
            <a:r>
              <a:rPr lang="en-GB" sz="2400" b="1" dirty="0">
                <a:solidFill>
                  <a:srgbClr val="FFC000"/>
                </a:solidFill>
                <a:cs typeface="Times New Roman" panose="02020603050405020304" pitchFamily="18" charset="0"/>
              </a:rPr>
              <a:t>S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tudent Name: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Moeez Ur Rahman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📜</a:t>
            </a:r>
            <a:r>
              <a:rPr lang="en-GB" sz="2400" dirty="0" smtClean="0"/>
              <a:t> </a:t>
            </a:r>
            <a:r>
              <a:rPr lang="en-GB" sz="2400" b="1" dirty="0" smtClean="0">
                <a:solidFill>
                  <a:srgbClr val="FFC000"/>
                </a:solidFill>
              </a:rPr>
              <a:t>Student</a:t>
            </a:r>
            <a:r>
              <a:rPr lang="en-GB" sz="2400" dirty="0" smtClean="0">
                <a:solidFill>
                  <a:srgbClr val="FFC000"/>
                </a:solidFill>
              </a:rPr>
              <a:t> 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Roll Number: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3245</a:t>
            </a:r>
          </a:p>
          <a:p>
            <a:endParaRPr lang="en-GB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📓 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Course Management System Number:</a:t>
            </a:r>
            <a:r>
              <a:rPr lang="en-GB" sz="2400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F24-BSAI-0036</a:t>
            </a:r>
            <a:endParaRPr lang="en-GB" sz="24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endParaRPr lang="en-GB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💻 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Department: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&amp; Innovation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🎓 </a:t>
            </a:r>
            <a:r>
              <a:rPr lang="en-GB" sz="2400" b="1" dirty="0" smtClean="0">
                <a:solidFill>
                  <a:srgbClr val="FFC000"/>
                </a:solidFill>
              </a:rPr>
              <a:t>Programme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: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</a:t>
            </a:r>
            <a:r>
              <a:rPr lang="en-GB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Science in Artificial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📚 </a:t>
            </a:r>
            <a:r>
              <a:rPr lang="en-GB" sz="2400" b="1" dirty="0" smtClean="0">
                <a:solidFill>
                  <a:srgbClr val="FFC000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Course:</a:t>
            </a:r>
            <a:r>
              <a:rPr lang="en-GB" sz="2400" b="1" dirty="0" smtClean="0">
                <a:solidFill>
                  <a:schemeClr val="bg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Organisation and Assembly Language</a:t>
            </a:r>
          </a:p>
          <a:p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🏫</a:t>
            </a:r>
            <a:r>
              <a:rPr lang="en-GB" sz="2400" dirty="0"/>
              <a:t> </a:t>
            </a:r>
            <a:r>
              <a:rPr lang="en-GB" sz="2400" b="1" dirty="0" smtClean="0">
                <a:solidFill>
                  <a:srgbClr val="FFC000"/>
                </a:solidFill>
                <a:cs typeface="Times New Roman" panose="02020603050405020304" pitchFamily="18" charset="0"/>
              </a:rPr>
              <a:t>Course Code: </a:t>
            </a:r>
            <a:r>
              <a:rPr lang="en-GB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CS2213</a:t>
            </a:r>
            <a:endParaRPr lang="en-GB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35332" y="214869"/>
            <a:ext cx="65213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4400" b="1" dirty="0" smtClean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Presenter’s Information</a:t>
            </a:r>
            <a:endParaRPr lang="en-GB" sz="4400" b="1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269" y="0"/>
            <a:ext cx="1879322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5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7320" y="0"/>
            <a:ext cx="9337360" cy="17052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GB" sz="44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</a:t>
            </a:r>
            <a:endParaRPr lang="en-GB" sz="4400" b="1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375454" y="2603157"/>
            <a:ext cx="5441092" cy="215007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 smtClean="0">
                <a:solidFill>
                  <a:srgbClr val="FFC000"/>
                </a:solidFill>
              </a:rPr>
              <a:t>Project Title: Vault</a:t>
            </a:r>
            <a:endParaRPr lang="en-GB" sz="3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GB" sz="3200" dirty="0" smtClean="0">
                <a:solidFill>
                  <a:schemeClr val="bg1">
                    <a:lumMod val="50000"/>
                  </a:schemeClr>
                </a:solidFill>
              </a:rPr>
              <a:t>(Simple </a:t>
            </a:r>
            <a:r>
              <a:rPr lang="en-GB" sz="3200" dirty="0" smtClean="0">
                <a:solidFill>
                  <a:schemeClr val="bg1">
                    <a:lumMod val="50000"/>
                  </a:schemeClr>
                </a:solidFill>
              </a:rPr>
              <a:t>Banking </a:t>
            </a:r>
            <a:r>
              <a:rPr lang="en-GB" sz="3200" dirty="0" smtClean="0">
                <a:solidFill>
                  <a:schemeClr val="bg1">
                    <a:lumMod val="50000"/>
                  </a:schemeClr>
                </a:solidFill>
              </a:rPr>
              <a:t>System)</a:t>
            </a:r>
            <a:endParaRPr lang="en-GB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75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19115029"/>
              </p:ext>
            </p:extLst>
          </p:nvPr>
        </p:nvGraphicFramePr>
        <p:xfrm>
          <a:off x="2921146" y="2305616"/>
          <a:ext cx="6349708" cy="2246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 flipH="1">
            <a:off x="4011827" y="345989"/>
            <a:ext cx="4168346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Existing System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21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36333" y="2305616"/>
            <a:ext cx="651933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&amp; Finance systems are mostly implemented in high-end programming languages and can be difficult to analyse due to their complexity.</a:t>
            </a:r>
          </a:p>
          <a:p>
            <a:endParaRPr lang="en-GB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seems to be a 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intermediate-level academic project that demonstrates basic banking operations while applying core concepts of Computer Organisation and Assembly Language.</a:t>
            </a:r>
          </a:p>
        </p:txBody>
      </p:sp>
      <p:sp>
        <p:nvSpPr>
          <p:cNvPr id="3" name="Rectangle 2"/>
          <p:cNvSpPr/>
          <p:nvPr/>
        </p:nvSpPr>
        <p:spPr>
          <a:xfrm flipH="1">
            <a:off x="3745814" y="345989"/>
            <a:ext cx="4700373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Problem Statement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07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1584" y="2613392"/>
            <a:ext cx="590883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to that made-up problem is Vault. A simple banking system developed using EMU8086 Assembly Language on emu8086 emulator. </a:t>
            </a:r>
          </a:p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learning assembly language and computer organisation concepts.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 flipH="1">
            <a:off x="3745814" y="345989"/>
            <a:ext cx="4700373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Proposed Solution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899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H="1">
            <a:off x="2129609" y="345989"/>
            <a:ext cx="7932782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Functionalities &amp; Concepts Used</a:t>
            </a:r>
            <a:endParaRPr lang="en-GB" sz="4400" b="1" dirty="0">
              <a:solidFill>
                <a:srgbClr val="FFC000"/>
              </a:solidFill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323451078"/>
              </p:ext>
            </p:extLst>
          </p:nvPr>
        </p:nvGraphicFramePr>
        <p:xfrm>
          <a:off x="1238129" y="3010185"/>
          <a:ext cx="2273058" cy="1638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1369188149"/>
              </p:ext>
            </p:extLst>
          </p:nvPr>
        </p:nvGraphicFramePr>
        <p:xfrm>
          <a:off x="4740703" y="2878987"/>
          <a:ext cx="2378650" cy="1838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1698977048"/>
              </p:ext>
            </p:extLst>
          </p:nvPr>
        </p:nvGraphicFramePr>
        <p:xfrm>
          <a:off x="0" y="4743743"/>
          <a:ext cx="2899945" cy="1852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9" name="Diagram 28"/>
          <p:cNvGraphicFramePr/>
          <p:nvPr>
            <p:extLst>
              <p:ext uri="{D42A27DB-BD31-4B8C-83A1-F6EECF244321}">
                <p14:modId xmlns:p14="http://schemas.microsoft.com/office/powerpoint/2010/main" val="1070593300"/>
              </p:ext>
            </p:extLst>
          </p:nvPr>
        </p:nvGraphicFramePr>
        <p:xfrm>
          <a:off x="6768390" y="1677003"/>
          <a:ext cx="2266972" cy="10203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20" name="Diagram 19"/>
          <p:cNvGraphicFramePr/>
          <p:nvPr>
            <p:extLst>
              <p:ext uri="{D42A27DB-BD31-4B8C-83A1-F6EECF244321}">
                <p14:modId xmlns:p14="http://schemas.microsoft.com/office/powerpoint/2010/main" val="1289787292"/>
              </p:ext>
            </p:extLst>
          </p:nvPr>
        </p:nvGraphicFramePr>
        <p:xfrm>
          <a:off x="8348869" y="2802355"/>
          <a:ext cx="2378650" cy="1951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2226458873"/>
              </p:ext>
            </p:extLst>
          </p:nvPr>
        </p:nvGraphicFramePr>
        <p:xfrm>
          <a:off x="3098743" y="4838864"/>
          <a:ext cx="2863558" cy="1662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graphicFrame>
        <p:nvGraphicFramePr>
          <p:cNvPr id="23" name="Diagram 22"/>
          <p:cNvGraphicFramePr/>
          <p:nvPr>
            <p:extLst>
              <p:ext uri="{D42A27DB-BD31-4B8C-83A1-F6EECF244321}">
                <p14:modId xmlns:p14="http://schemas.microsoft.com/office/powerpoint/2010/main" val="1991145568"/>
              </p:ext>
            </p:extLst>
          </p:nvPr>
        </p:nvGraphicFramePr>
        <p:xfrm>
          <a:off x="9192047" y="4754191"/>
          <a:ext cx="2989514" cy="1785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2" r:lo="rId33" r:qs="rId34" r:cs="rId35"/>
          </a:graphicData>
        </a:graphic>
      </p:graphicFrame>
      <p:graphicFrame>
        <p:nvGraphicFramePr>
          <p:cNvPr id="25" name="Diagram 24"/>
          <p:cNvGraphicFramePr/>
          <p:nvPr>
            <p:extLst>
              <p:ext uri="{D42A27DB-BD31-4B8C-83A1-F6EECF244321}">
                <p14:modId xmlns:p14="http://schemas.microsoft.com/office/powerpoint/2010/main" val="872641637"/>
              </p:ext>
            </p:extLst>
          </p:nvPr>
        </p:nvGraphicFramePr>
        <p:xfrm>
          <a:off x="6118986" y="4838864"/>
          <a:ext cx="2916376" cy="1616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7" r:lo="rId38" r:qs="rId39" r:cs="rId40"/>
          </a:graphicData>
        </a:graphic>
      </p:graphicFrame>
      <p:graphicFrame>
        <p:nvGraphicFramePr>
          <p:cNvPr id="28" name="Diagram 27"/>
          <p:cNvGraphicFramePr/>
          <p:nvPr>
            <p:extLst>
              <p:ext uri="{D42A27DB-BD31-4B8C-83A1-F6EECF244321}">
                <p14:modId xmlns:p14="http://schemas.microsoft.com/office/powerpoint/2010/main" val="3390822596"/>
              </p:ext>
            </p:extLst>
          </p:nvPr>
        </p:nvGraphicFramePr>
        <p:xfrm>
          <a:off x="2639349" y="1677003"/>
          <a:ext cx="2965158" cy="1011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2" r:lo="rId43" r:qs="rId44" r:cs="rId45"/>
          </a:graphicData>
        </a:graphic>
      </p:graphicFrame>
    </p:spTree>
    <p:extLst>
      <p:ext uri="{BB962C8B-B14F-4D97-AF65-F5344CB8AC3E}">
        <p14:creationId xmlns:p14="http://schemas.microsoft.com/office/powerpoint/2010/main" val="329966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12" y="1376362"/>
            <a:ext cx="543877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2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502" y="220133"/>
            <a:ext cx="7688996" cy="640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1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74873" y="3075057"/>
            <a:ext cx="3642254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GB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</a:t>
            </a:r>
            <a:endParaRPr lang="en-GB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40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66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57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4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6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3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9866" y="2167116"/>
            <a:ext cx="10092268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Demonstrates real-world system in </a:t>
            </a:r>
            <a:r>
              <a:rPr lang="en-GB" sz="3200" dirty="0" smtClean="0">
                <a:solidFill>
                  <a:schemeClr val="bg1"/>
                </a:solidFill>
              </a:rPr>
              <a:t>assembly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 smtClean="0">
                <a:solidFill>
                  <a:schemeClr val="bg1"/>
                </a:solidFill>
              </a:rPr>
              <a:t>Strengthens </a:t>
            </a:r>
            <a:r>
              <a:rPr lang="en-GB" sz="3200" dirty="0">
                <a:solidFill>
                  <a:schemeClr val="bg1"/>
                </a:solidFill>
              </a:rPr>
              <a:t>COAL </a:t>
            </a:r>
            <a:r>
              <a:rPr lang="en-GB" sz="3200" dirty="0" smtClean="0">
                <a:solidFill>
                  <a:schemeClr val="bg1"/>
                </a:solidFill>
              </a:rPr>
              <a:t>concepts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Improves understanding of hardware-software </a:t>
            </a:r>
            <a:r>
              <a:rPr lang="en-GB" sz="3200" dirty="0" smtClean="0">
                <a:solidFill>
                  <a:schemeClr val="bg1"/>
                </a:solidFill>
              </a:rPr>
              <a:t>relation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Ideal intermediate-level project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3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 flipH="1">
            <a:off x="2616685" y="345989"/>
            <a:ext cx="6958630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Educational Value</a:t>
            </a:r>
            <a:endParaRPr lang="en-GB" sz="4400" b="1" dirty="0">
              <a:solidFill>
                <a:srgbClr val="FFC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4800599" y="-2596584"/>
            <a:ext cx="677333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fully working banking simulation on EMU8086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 balance updates using assembly instructions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console-based user interaction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understanding of low-level system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428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23609" y="2413338"/>
            <a:ext cx="69447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Single or two-digit amounts </a:t>
            </a:r>
            <a:r>
              <a:rPr lang="en-GB" sz="3200" dirty="0" smtClean="0">
                <a:solidFill>
                  <a:schemeClr val="bg1"/>
                </a:solidFill>
              </a:rPr>
              <a:t>only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No permanent storage (RAM only</a:t>
            </a:r>
            <a:r>
              <a:rPr lang="en-GB" sz="3200" dirty="0" smtClean="0">
                <a:solidFill>
                  <a:schemeClr val="bg1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Limited user interface</a:t>
            </a:r>
            <a:endParaRPr lang="en-US" sz="3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 flipH="1">
            <a:off x="2616685" y="345989"/>
            <a:ext cx="6958630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Limitations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84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53316" y="2397949"/>
            <a:ext cx="568536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Support multi-digit </a:t>
            </a:r>
            <a:r>
              <a:rPr lang="en-GB" sz="3200" dirty="0" smtClean="0">
                <a:solidFill>
                  <a:schemeClr val="bg1"/>
                </a:solidFill>
              </a:rPr>
              <a:t>amounts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Add file </a:t>
            </a:r>
            <a:r>
              <a:rPr lang="en-GB" sz="3200" dirty="0" smtClean="0">
                <a:solidFill>
                  <a:schemeClr val="bg1"/>
                </a:solidFill>
              </a:rPr>
              <a:t>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Add interest </a:t>
            </a:r>
            <a:r>
              <a:rPr lang="en-GB" sz="3200" dirty="0" smtClean="0">
                <a:solidFill>
                  <a:schemeClr val="bg1"/>
                </a:solidFill>
              </a:rPr>
              <a:t>calculation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bg1"/>
                </a:solidFill>
              </a:rPr>
              <a:t>Improve UI design</a:t>
            </a:r>
            <a:endParaRPr lang="en-US" sz="3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 flipH="1">
            <a:off x="2616685" y="345989"/>
            <a:ext cx="6958630" cy="9638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Potential Enhancements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62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2202" y="2228498"/>
            <a:ext cx="108275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VAULT – </a:t>
            </a:r>
            <a:r>
              <a:rPr lang="en-GB"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0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Banking System</a:t>
            </a:r>
          </a:p>
          <a:p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2000" dirty="0">
                <a:solidFill>
                  <a:schemeClr val="bg1"/>
                </a:solidFill>
              </a:rPr>
              <a:t>Vault successfully </a:t>
            </a:r>
            <a:r>
              <a:rPr lang="en-GB" sz="2000" dirty="0" smtClean="0">
                <a:solidFill>
                  <a:schemeClr val="bg1"/>
                </a:solidFill>
              </a:rPr>
              <a:t>simulates core </a:t>
            </a:r>
            <a:r>
              <a:rPr lang="en-GB" sz="2000" dirty="0">
                <a:solidFill>
                  <a:schemeClr val="bg1"/>
                </a:solidFill>
              </a:rPr>
              <a:t>banking </a:t>
            </a:r>
            <a:r>
              <a:rPr lang="en-GB" sz="2000" dirty="0" smtClean="0">
                <a:solidFill>
                  <a:schemeClr val="bg1"/>
                </a:solidFill>
              </a:rPr>
              <a:t>operations</a:t>
            </a:r>
            <a:endParaRPr lang="en-GB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2000" dirty="0">
                <a:solidFill>
                  <a:schemeClr val="bg1"/>
                </a:solidFill>
              </a:rPr>
              <a:t>Applies core COAL concepts </a:t>
            </a:r>
            <a:r>
              <a:rPr lang="en-GB" sz="2000" dirty="0" smtClean="0">
                <a:solidFill>
                  <a:schemeClr val="bg1"/>
                </a:solidFill>
              </a:rPr>
              <a:t>practically</a:t>
            </a:r>
            <a:endParaRPr lang="en-GB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2000" dirty="0">
                <a:solidFill>
                  <a:schemeClr val="bg1"/>
                </a:solidFill>
              </a:rPr>
              <a:t>Bridges gap between theory and </a:t>
            </a:r>
            <a:r>
              <a:rPr lang="en-GB" sz="2000" dirty="0" smtClean="0">
                <a:solidFill>
                  <a:schemeClr val="bg1"/>
                </a:solidFill>
              </a:rPr>
              <a:t>practice</a:t>
            </a:r>
            <a:endParaRPr lang="en-GB" sz="2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GB" sz="2000" dirty="0">
                <a:solidFill>
                  <a:schemeClr val="bg1"/>
                </a:solidFill>
              </a:rPr>
              <a:t>Enhances low-level programming </a:t>
            </a:r>
            <a:r>
              <a:rPr lang="en-GB" sz="2000" dirty="0" smtClean="0">
                <a:solidFill>
                  <a:schemeClr val="bg1"/>
                </a:solidFill>
              </a:rPr>
              <a:t>skills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 flipH="1">
            <a:off x="3102114" y="345989"/>
            <a:ext cx="5987772" cy="96382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 smtClean="0">
                <a:solidFill>
                  <a:srgbClr val="FFC000"/>
                </a:solidFill>
              </a:rPr>
              <a:t>Conclusion</a:t>
            </a:r>
            <a:endParaRPr lang="en-GB" sz="4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0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867" y="0"/>
            <a:ext cx="618913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62134" y="188668"/>
            <a:ext cx="3572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That’s all folks! </a:t>
            </a:r>
          </a:p>
          <a:p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3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</a:t>
            </a:r>
          </a:p>
        </p:txBody>
      </p:sp>
      <p:pic>
        <p:nvPicPr>
          <p:cNvPr id="1040" name="Picture 16" descr="fumo #fumofumo #touhou #touhouproject #東方Project #ふもふも #2hu #touhoumeme  #anime #animeplush #animeplushie #チルノ #cir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60" y="2380638"/>
            <a:ext cx="3891492" cy="3580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4029" y="2565400"/>
            <a:ext cx="1002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Meme:</a:t>
            </a:r>
            <a:endParaRPr lang="en-GB" dirty="0"/>
          </a:p>
        </p:txBody>
      </p:sp>
      <p:pic>
        <p:nvPicPr>
          <p:cNvPr id="1042" name="Picture 18" descr="r/Fumofumo - you're beautiful. like these flowe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4936067" cy="337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CDN medi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578469"/>
            <a:ext cx="4936067" cy="327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6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343</Words>
  <Application>Microsoft Office PowerPoint</Application>
  <PresentationFormat>Widescreen</PresentationFormat>
  <Paragraphs>92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Moeez Ur Rahman</dc:creator>
  <cp:lastModifiedBy>Moeez Ur Rahman</cp:lastModifiedBy>
  <cp:revision>253</cp:revision>
  <dcterms:created xsi:type="dcterms:W3CDTF">2025-03-18T17:11:38Z</dcterms:created>
  <dcterms:modified xsi:type="dcterms:W3CDTF">2026-02-13T21:17:17Z</dcterms:modified>
</cp:coreProperties>
</file>